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7" r:id="rId4"/>
    <p:sldId id="258" r:id="rId5"/>
    <p:sldId id="259" r:id="rId6"/>
    <p:sldId id="260" r:id="rId7"/>
    <p:sldId id="261" r:id="rId8"/>
    <p:sldId id="262" r:id="rId9"/>
    <p:sldId id="263" r:id="rId10"/>
    <p:sldId id="264" r:id="rId11"/>
    <p:sldId id="265" r:id="rId12"/>
    <p:sldId id="266" r:id="rId13"/>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34" y="29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heus raffael simon" userId="b81fe4e685964744" providerId="LiveId" clId="{7490716E-5FFA-40FB-AE2F-7A1FC3416AC2}"/>
    <pc:docChg chg="modSld">
      <pc:chgData name="matheus raffael simon" userId="b81fe4e685964744" providerId="LiveId" clId="{7490716E-5FFA-40FB-AE2F-7A1FC3416AC2}" dt="2024-09-24T17:47:45.868" v="0" actId="1076"/>
      <pc:docMkLst>
        <pc:docMk/>
      </pc:docMkLst>
      <pc:sldChg chg="modSp mod">
        <pc:chgData name="matheus raffael simon" userId="b81fe4e685964744" providerId="LiveId" clId="{7490716E-5FFA-40FB-AE2F-7A1FC3416AC2}" dt="2024-09-24T17:47:45.868" v="0" actId="1076"/>
        <pc:sldMkLst>
          <pc:docMk/>
          <pc:sldMk cId="1922340442" sldId="260"/>
        </pc:sldMkLst>
        <pc:picChg chg="mod">
          <ac:chgData name="matheus raffael simon" userId="b81fe4e685964744" providerId="LiveId" clId="{7490716E-5FFA-40FB-AE2F-7A1FC3416AC2}" dt="2024-09-24T17:47:45.868" v="0" actId="1076"/>
          <ac:picMkLst>
            <pc:docMk/>
            <pc:sldMk cId="1922340442" sldId="260"/>
            <ac:picMk id="6"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pt-BR"/>
              <a:t>Clique para editar o título mestre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94AD9F01-DE70-421D-913C-5540CBA8C3E6}" type="datetimeFigureOut">
              <a:rPr lang="pt-BR" smtClean="0"/>
              <a:t>24/09/2024</a:t>
            </a:fld>
            <a:endParaRPr lang="pt-BR" dirty="0"/>
          </a:p>
        </p:txBody>
      </p:sp>
      <p:sp>
        <p:nvSpPr>
          <p:cNvPr id="5" name="Footer Placeholder 4"/>
          <p:cNvSpPr>
            <a:spLocks noGrp="1"/>
          </p:cNvSpPr>
          <p:nvPr>
            <p:ph type="ftr" sz="quarter" idx="11"/>
          </p:nvPr>
        </p:nvSpPr>
        <p:spPr/>
        <p:txBody>
          <a:bodyPr/>
          <a:lstStyle/>
          <a:p>
            <a:endParaRPr lang="pt-BR" dirty="0"/>
          </a:p>
        </p:txBody>
      </p:sp>
      <p:sp>
        <p:nvSpPr>
          <p:cNvPr id="6" name="Slide Number Placeholder 5"/>
          <p:cNvSpPr>
            <a:spLocks noGrp="1"/>
          </p:cNvSpPr>
          <p:nvPr>
            <p:ph type="sldNum" sz="quarter" idx="12"/>
          </p:nvPr>
        </p:nvSpPr>
        <p:spPr/>
        <p:txBody>
          <a:bodyPr/>
          <a:lstStyle/>
          <a:p>
            <a:fld id="{B98F3264-6037-4C1F-93DF-E4F182543E70}" type="slidenum">
              <a:rPr lang="pt-BR" smtClean="0"/>
              <a:t>‹nº›</a:t>
            </a:fld>
            <a:endParaRPr lang="pt-BR" dirty="0"/>
          </a:p>
        </p:txBody>
      </p:sp>
    </p:spTree>
    <p:extLst>
      <p:ext uri="{BB962C8B-B14F-4D97-AF65-F5344CB8AC3E}">
        <p14:creationId xmlns:p14="http://schemas.microsoft.com/office/powerpoint/2010/main" val="330616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94AD9F01-DE70-421D-913C-5540CBA8C3E6}" type="datetimeFigureOut">
              <a:rPr lang="pt-BR" smtClean="0"/>
              <a:t>24/09/2024</a:t>
            </a:fld>
            <a:endParaRPr lang="pt-BR" dirty="0"/>
          </a:p>
        </p:txBody>
      </p:sp>
      <p:sp>
        <p:nvSpPr>
          <p:cNvPr id="5" name="Footer Placeholder 4"/>
          <p:cNvSpPr>
            <a:spLocks noGrp="1"/>
          </p:cNvSpPr>
          <p:nvPr>
            <p:ph type="ftr" sz="quarter" idx="11"/>
          </p:nvPr>
        </p:nvSpPr>
        <p:spPr/>
        <p:txBody>
          <a:bodyPr/>
          <a:lstStyle/>
          <a:p>
            <a:endParaRPr lang="pt-BR" dirty="0"/>
          </a:p>
        </p:txBody>
      </p:sp>
      <p:sp>
        <p:nvSpPr>
          <p:cNvPr id="6" name="Slide Number Placeholder 5"/>
          <p:cNvSpPr>
            <a:spLocks noGrp="1"/>
          </p:cNvSpPr>
          <p:nvPr>
            <p:ph type="sldNum" sz="quarter" idx="12"/>
          </p:nvPr>
        </p:nvSpPr>
        <p:spPr/>
        <p:txBody>
          <a:bodyPr/>
          <a:lstStyle/>
          <a:p>
            <a:fld id="{B98F3264-6037-4C1F-93DF-E4F182543E70}" type="slidenum">
              <a:rPr lang="pt-BR" smtClean="0"/>
              <a:t>‹nº›</a:t>
            </a:fld>
            <a:endParaRPr lang="pt-BR" dirty="0"/>
          </a:p>
        </p:txBody>
      </p:sp>
    </p:spTree>
    <p:extLst>
      <p:ext uri="{BB962C8B-B14F-4D97-AF65-F5344CB8AC3E}">
        <p14:creationId xmlns:p14="http://schemas.microsoft.com/office/powerpoint/2010/main" val="764607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pt-BR"/>
              <a:t>Clique para editar o título mestre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 texto mestre</a:t>
            </a:r>
          </a:p>
        </p:txBody>
      </p:sp>
      <p:sp>
        <p:nvSpPr>
          <p:cNvPr id="4" name="Date Placeholder 3"/>
          <p:cNvSpPr>
            <a:spLocks noGrp="1"/>
          </p:cNvSpPr>
          <p:nvPr>
            <p:ph type="dt" sz="half" idx="10"/>
          </p:nvPr>
        </p:nvSpPr>
        <p:spPr/>
        <p:txBody>
          <a:bodyPr/>
          <a:lstStyle/>
          <a:p>
            <a:fld id="{94AD9F01-DE70-421D-913C-5540CBA8C3E6}" type="datetimeFigureOut">
              <a:rPr lang="pt-BR" smtClean="0"/>
              <a:t>24/09/2024</a:t>
            </a:fld>
            <a:endParaRPr lang="pt-BR" dirty="0"/>
          </a:p>
        </p:txBody>
      </p:sp>
      <p:sp>
        <p:nvSpPr>
          <p:cNvPr id="5" name="Footer Placeholder 4"/>
          <p:cNvSpPr>
            <a:spLocks noGrp="1"/>
          </p:cNvSpPr>
          <p:nvPr>
            <p:ph type="ftr" sz="quarter" idx="11"/>
          </p:nvPr>
        </p:nvSpPr>
        <p:spPr/>
        <p:txBody>
          <a:bodyPr/>
          <a:lstStyle/>
          <a:p>
            <a:endParaRPr lang="pt-BR" dirty="0"/>
          </a:p>
        </p:txBody>
      </p:sp>
      <p:sp>
        <p:nvSpPr>
          <p:cNvPr id="6" name="Slide Number Placeholder 5"/>
          <p:cNvSpPr>
            <a:spLocks noGrp="1"/>
          </p:cNvSpPr>
          <p:nvPr>
            <p:ph type="sldNum" sz="quarter" idx="12"/>
          </p:nvPr>
        </p:nvSpPr>
        <p:spPr/>
        <p:txBody>
          <a:bodyPr/>
          <a:lstStyle/>
          <a:p>
            <a:fld id="{B98F3264-6037-4C1F-93DF-E4F182543E70}" type="slidenum">
              <a:rPr lang="pt-BR" smtClean="0"/>
              <a:t>‹nº›</a:t>
            </a:fld>
            <a:endParaRPr lang="pt-BR" dirty="0"/>
          </a:p>
        </p:txBody>
      </p:sp>
    </p:spTree>
    <p:extLst>
      <p:ext uri="{BB962C8B-B14F-4D97-AF65-F5344CB8AC3E}">
        <p14:creationId xmlns:p14="http://schemas.microsoft.com/office/powerpoint/2010/main" val="459965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94AD9F01-DE70-421D-913C-5540CBA8C3E6}" type="datetimeFigureOut">
              <a:rPr lang="pt-BR" smtClean="0"/>
              <a:t>24/09/2024</a:t>
            </a:fld>
            <a:endParaRPr lang="pt-BR" dirty="0"/>
          </a:p>
        </p:txBody>
      </p:sp>
      <p:sp>
        <p:nvSpPr>
          <p:cNvPr id="6" name="Footer Placeholder 5"/>
          <p:cNvSpPr>
            <a:spLocks noGrp="1"/>
          </p:cNvSpPr>
          <p:nvPr>
            <p:ph type="ftr" sz="quarter" idx="11"/>
          </p:nvPr>
        </p:nvSpPr>
        <p:spPr/>
        <p:txBody>
          <a:bodyPr/>
          <a:lstStyle/>
          <a:p>
            <a:endParaRPr lang="pt-BR" dirty="0"/>
          </a:p>
        </p:txBody>
      </p:sp>
      <p:sp>
        <p:nvSpPr>
          <p:cNvPr id="7" name="Slide Number Placeholder 6"/>
          <p:cNvSpPr>
            <a:spLocks noGrp="1"/>
          </p:cNvSpPr>
          <p:nvPr>
            <p:ph type="sldNum" sz="quarter" idx="12"/>
          </p:nvPr>
        </p:nvSpPr>
        <p:spPr/>
        <p:txBody>
          <a:bodyPr/>
          <a:lstStyle/>
          <a:p>
            <a:fld id="{B98F3264-6037-4C1F-93DF-E4F182543E70}" type="slidenum">
              <a:rPr lang="pt-BR" smtClean="0"/>
              <a:t>‹nº›</a:t>
            </a:fld>
            <a:endParaRPr lang="pt-BR" dirty="0"/>
          </a:p>
        </p:txBody>
      </p:sp>
    </p:spTree>
    <p:extLst>
      <p:ext uri="{BB962C8B-B14F-4D97-AF65-F5344CB8AC3E}">
        <p14:creationId xmlns:p14="http://schemas.microsoft.com/office/powerpoint/2010/main" val="1857208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Content Placeholder 3"/>
          <p:cNvSpPr>
            <a:spLocks noGrp="1"/>
          </p:cNvSpPr>
          <p:nvPr>
            <p:ph sz="half" idx="2"/>
          </p:nvPr>
        </p:nvSpPr>
        <p:spPr>
          <a:xfrm>
            <a:off x="629842" y="2505075"/>
            <a:ext cx="3868340"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Content Placeholder 5"/>
          <p:cNvSpPr>
            <a:spLocks noGrp="1"/>
          </p:cNvSpPr>
          <p:nvPr>
            <p:ph sz="quarter" idx="4"/>
          </p:nvPr>
        </p:nvSpPr>
        <p:spPr>
          <a:xfrm>
            <a:off x="4629150" y="2505075"/>
            <a:ext cx="3887391"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94AD9F01-DE70-421D-913C-5540CBA8C3E6}" type="datetimeFigureOut">
              <a:rPr lang="pt-BR" smtClean="0"/>
              <a:t>24/09/2024</a:t>
            </a:fld>
            <a:endParaRPr lang="pt-BR" dirty="0"/>
          </a:p>
        </p:txBody>
      </p:sp>
      <p:sp>
        <p:nvSpPr>
          <p:cNvPr id="8" name="Footer Placeholder 7"/>
          <p:cNvSpPr>
            <a:spLocks noGrp="1"/>
          </p:cNvSpPr>
          <p:nvPr>
            <p:ph type="ftr" sz="quarter" idx="11"/>
          </p:nvPr>
        </p:nvSpPr>
        <p:spPr/>
        <p:txBody>
          <a:bodyPr/>
          <a:lstStyle/>
          <a:p>
            <a:endParaRPr lang="pt-BR" dirty="0"/>
          </a:p>
        </p:txBody>
      </p:sp>
      <p:sp>
        <p:nvSpPr>
          <p:cNvPr id="9" name="Slide Number Placeholder 8"/>
          <p:cNvSpPr>
            <a:spLocks noGrp="1"/>
          </p:cNvSpPr>
          <p:nvPr>
            <p:ph type="sldNum" sz="quarter" idx="12"/>
          </p:nvPr>
        </p:nvSpPr>
        <p:spPr/>
        <p:txBody>
          <a:bodyPr/>
          <a:lstStyle/>
          <a:p>
            <a:fld id="{B98F3264-6037-4C1F-93DF-E4F182543E70}" type="slidenum">
              <a:rPr lang="pt-BR" smtClean="0"/>
              <a:t>‹nº›</a:t>
            </a:fld>
            <a:endParaRPr lang="pt-BR" dirty="0"/>
          </a:p>
        </p:txBody>
      </p:sp>
    </p:spTree>
    <p:extLst>
      <p:ext uri="{BB962C8B-B14F-4D97-AF65-F5344CB8AC3E}">
        <p14:creationId xmlns:p14="http://schemas.microsoft.com/office/powerpoint/2010/main" val="3315532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94AD9F01-DE70-421D-913C-5540CBA8C3E6}" type="datetimeFigureOut">
              <a:rPr lang="pt-BR" smtClean="0"/>
              <a:t>24/09/2024</a:t>
            </a:fld>
            <a:endParaRPr lang="pt-BR" dirty="0"/>
          </a:p>
        </p:txBody>
      </p:sp>
      <p:sp>
        <p:nvSpPr>
          <p:cNvPr id="4" name="Footer Placeholder 3"/>
          <p:cNvSpPr>
            <a:spLocks noGrp="1"/>
          </p:cNvSpPr>
          <p:nvPr>
            <p:ph type="ftr" sz="quarter" idx="11"/>
          </p:nvPr>
        </p:nvSpPr>
        <p:spPr/>
        <p:txBody>
          <a:bodyPr/>
          <a:lstStyle/>
          <a:p>
            <a:endParaRPr lang="pt-BR" dirty="0"/>
          </a:p>
        </p:txBody>
      </p:sp>
      <p:sp>
        <p:nvSpPr>
          <p:cNvPr id="5" name="Slide Number Placeholder 4"/>
          <p:cNvSpPr>
            <a:spLocks noGrp="1"/>
          </p:cNvSpPr>
          <p:nvPr>
            <p:ph type="sldNum" sz="quarter" idx="12"/>
          </p:nvPr>
        </p:nvSpPr>
        <p:spPr/>
        <p:txBody>
          <a:bodyPr/>
          <a:lstStyle/>
          <a:p>
            <a:fld id="{B98F3264-6037-4C1F-93DF-E4F182543E70}" type="slidenum">
              <a:rPr lang="pt-BR" smtClean="0"/>
              <a:t>‹nº›</a:t>
            </a:fld>
            <a:endParaRPr lang="pt-BR" dirty="0"/>
          </a:p>
        </p:txBody>
      </p:sp>
    </p:spTree>
    <p:extLst>
      <p:ext uri="{BB962C8B-B14F-4D97-AF65-F5344CB8AC3E}">
        <p14:creationId xmlns:p14="http://schemas.microsoft.com/office/powerpoint/2010/main" val="3822384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AD9F01-DE70-421D-913C-5540CBA8C3E6}" type="datetimeFigureOut">
              <a:rPr lang="pt-BR" smtClean="0"/>
              <a:t>24/09/2024</a:t>
            </a:fld>
            <a:endParaRPr lang="pt-BR" dirty="0"/>
          </a:p>
        </p:txBody>
      </p:sp>
      <p:sp>
        <p:nvSpPr>
          <p:cNvPr id="3" name="Footer Placeholder 2"/>
          <p:cNvSpPr>
            <a:spLocks noGrp="1"/>
          </p:cNvSpPr>
          <p:nvPr>
            <p:ph type="ftr" sz="quarter" idx="11"/>
          </p:nvPr>
        </p:nvSpPr>
        <p:spPr/>
        <p:txBody>
          <a:bodyPr/>
          <a:lstStyle/>
          <a:p>
            <a:endParaRPr lang="pt-BR" dirty="0"/>
          </a:p>
        </p:txBody>
      </p:sp>
      <p:sp>
        <p:nvSpPr>
          <p:cNvPr id="4" name="Slide Number Placeholder 3"/>
          <p:cNvSpPr>
            <a:spLocks noGrp="1"/>
          </p:cNvSpPr>
          <p:nvPr>
            <p:ph type="sldNum" sz="quarter" idx="12"/>
          </p:nvPr>
        </p:nvSpPr>
        <p:spPr/>
        <p:txBody>
          <a:bodyPr/>
          <a:lstStyle/>
          <a:p>
            <a:fld id="{B98F3264-6037-4C1F-93DF-E4F182543E70}" type="slidenum">
              <a:rPr lang="pt-BR" smtClean="0"/>
              <a:t>‹nº›</a:t>
            </a:fld>
            <a:endParaRPr lang="pt-BR" dirty="0"/>
          </a:p>
        </p:txBody>
      </p:sp>
    </p:spTree>
    <p:extLst>
      <p:ext uri="{BB962C8B-B14F-4D97-AF65-F5344CB8AC3E}">
        <p14:creationId xmlns:p14="http://schemas.microsoft.com/office/powerpoint/2010/main" val="2907261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pt-BR"/>
              <a:t>Clique para editar o título mestre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Date Placeholder 4"/>
          <p:cNvSpPr>
            <a:spLocks noGrp="1"/>
          </p:cNvSpPr>
          <p:nvPr>
            <p:ph type="dt" sz="half" idx="10"/>
          </p:nvPr>
        </p:nvSpPr>
        <p:spPr/>
        <p:txBody>
          <a:bodyPr/>
          <a:lstStyle/>
          <a:p>
            <a:fld id="{94AD9F01-DE70-421D-913C-5540CBA8C3E6}" type="datetimeFigureOut">
              <a:rPr lang="pt-BR" smtClean="0"/>
              <a:t>24/09/2024</a:t>
            </a:fld>
            <a:endParaRPr lang="pt-BR" dirty="0"/>
          </a:p>
        </p:txBody>
      </p:sp>
      <p:sp>
        <p:nvSpPr>
          <p:cNvPr id="6" name="Footer Placeholder 5"/>
          <p:cNvSpPr>
            <a:spLocks noGrp="1"/>
          </p:cNvSpPr>
          <p:nvPr>
            <p:ph type="ftr" sz="quarter" idx="11"/>
          </p:nvPr>
        </p:nvSpPr>
        <p:spPr/>
        <p:txBody>
          <a:bodyPr/>
          <a:lstStyle/>
          <a:p>
            <a:endParaRPr lang="pt-BR" dirty="0"/>
          </a:p>
        </p:txBody>
      </p:sp>
      <p:sp>
        <p:nvSpPr>
          <p:cNvPr id="7" name="Slide Number Placeholder 6"/>
          <p:cNvSpPr>
            <a:spLocks noGrp="1"/>
          </p:cNvSpPr>
          <p:nvPr>
            <p:ph type="sldNum" sz="quarter" idx="12"/>
          </p:nvPr>
        </p:nvSpPr>
        <p:spPr/>
        <p:txBody>
          <a:bodyPr/>
          <a:lstStyle/>
          <a:p>
            <a:fld id="{B98F3264-6037-4C1F-93DF-E4F182543E70}" type="slidenum">
              <a:rPr lang="pt-BR" smtClean="0"/>
              <a:t>‹nº›</a:t>
            </a:fld>
            <a:endParaRPr lang="pt-BR" dirty="0"/>
          </a:p>
        </p:txBody>
      </p:sp>
    </p:spTree>
    <p:extLst>
      <p:ext uri="{BB962C8B-B14F-4D97-AF65-F5344CB8AC3E}">
        <p14:creationId xmlns:p14="http://schemas.microsoft.com/office/powerpoint/2010/main" val="3686831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Date Placeholder 4"/>
          <p:cNvSpPr>
            <a:spLocks noGrp="1"/>
          </p:cNvSpPr>
          <p:nvPr>
            <p:ph type="dt" sz="half" idx="10"/>
          </p:nvPr>
        </p:nvSpPr>
        <p:spPr/>
        <p:txBody>
          <a:bodyPr/>
          <a:lstStyle/>
          <a:p>
            <a:fld id="{94AD9F01-DE70-421D-913C-5540CBA8C3E6}" type="datetimeFigureOut">
              <a:rPr lang="pt-BR" smtClean="0"/>
              <a:t>24/09/2024</a:t>
            </a:fld>
            <a:endParaRPr lang="pt-BR" dirty="0"/>
          </a:p>
        </p:txBody>
      </p:sp>
      <p:sp>
        <p:nvSpPr>
          <p:cNvPr id="6" name="Footer Placeholder 5"/>
          <p:cNvSpPr>
            <a:spLocks noGrp="1"/>
          </p:cNvSpPr>
          <p:nvPr>
            <p:ph type="ftr" sz="quarter" idx="11"/>
          </p:nvPr>
        </p:nvSpPr>
        <p:spPr/>
        <p:txBody>
          <a:bodyPr/>
          <a:lstStyle/>
          <a:p>
            <a:endParaRPr lang="pt-BR" dirty="0"/>
          </a:p>
        </p:txBody>
      </p:sp>
      <p:sp>
        <p:nvSpPr>
          <p:cNvPr id="7" name="Slide Number Placeholder 6"/>
          <p:cNvSpPr>
            <a:spLocks noGrp="1"/>
          </p:cNvSpPr>
          <p:nvPr>
            <p:ph type="sldNum" sz="quarter" idx="12"/>
          </p:nvPr>
        </p:nvSpPr>
        <p:spPr/>
        <p:txBody>
          <a:bodyPr/>
          <a:lstStyle/>
          <a:p>
            <a:fld id="{B98F3264-6037-4C1F-93DF-E4F182543E70}" type="slidenum">
              <a:rPr lang="pt-BR" smtClean="0"/>
              <a:t>‹nº›</a:t>
            </a:fld>
            <a:endParaRPr lang="pt-BR" dirty="0"/>
          </a:p>
        </p:txBody>
      </p:sp>
    </p:spTree>
    <p:extLst>
      <p:ext uri="{BB962C8B-B14F-4D97-AF65-F5344CB8AC3E}">
        <p14:creationId xmlns:p14="http://schemas.microsoft.com/office/powerpoint/2010/main" val="2706468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94AD9F01-DE70-421D-913C-5540CBA8C3E6}" type="datetimeFigureOut">
              <a:rPr lang="pt-BR" smtClean="0"/>
              <a:t>24/09/2024</a:t>
            </a:fld>
            <a:endParaRPr lang="pt-BR" dirty="0"/>
          </a:p>
        </p:txBody>
      </p:sp>
      <p:sp>
        <p:nvSpPr>
          <p:cNvPr id="5" name="Footer Placeholder 4"/>
          <p:cNvSpPr>
            <a:spLocks noGrp="1"/>
          </p:cNvSpPr>
          <p:nvPr>
            <p:ph type="ftr" sz="quarter" idx="11"/>
          </p:nvPr>
        </p:nvSpPr>
        <p:spPr/>
        <p:txBody>
          <a:bodyPr/>
          <a:lstStyle/>
          <a:p>
            <a:endParaRPr lang="pt-BR" dirty="0"/>
          </a:p>
        </p:txBody>
      </p:sp>
      <p:sp>
        <p:nvSpPr>
          <p:cNvPr id="6" name="Slide Number Placeholder 5"/>
          <p:cNvSpPr>
            <a:spLocks noGrp="1"/>
          </p:cNvSpPr>
          <p:nvPr>
            <p:ph type="sldNum" sz="quarter" idx="12"/>
          </p:nvPr>
        </p:nvSpPr>
        <p:spPr/>
        <p:txBody>
          <a:bodyPr/>
          <a:lstStyle/>
          <a:p>
            <a:fld id="{B98F3264-6037-4C1F-93DF-E4F182543E70}" type="slidenum">
              <a:rPr lang="pt-BR" smtClean="0"/>
              <a:t>‹nº›</a:t>
            </a:fld>
            <a:endParaRPr lang="pt-BR" dirty="0"/>
          </a:p>
        </p:txBody>
      </p:sp>
    </p:spTree>
    <p:extLst>
      <p:ext uri="{BB962C8B-B14F-4D97-AF65-F5344CB8AC3E}">
        <p14:creationId xmlns:p14="http://schemas.microsoft.com/office/powerpoint/2010/main" val="595870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94AD9F01-DE70-421D-913C-5540CBA8C3E6}" type="datetimeFigureOut">
              <a:rPr lang="pt-BR" smtClean="0"/>
              <a:t>24/09/2024</a:t>
            </a:fld>
            <a:endParaRPr lang="pt-BR" dirty="0"/>
          </a:p>
        </p:txBody>
      </p:sp>
      <p:sp>
        <p:nvSpPr>
          <p:cNvPr id="5" name="Footer Placeholder 4"/>
          <p:cNvSpPr>
            <a:spLocks noGrp="1"/>
          </p:cNvSpPr>
          <p:nvPr>
            <p:ph type="ftr" sz="quarter" idx="11"/>
          </p:nvPr>
        </p:nvSpPr>
        <p:spPr/>
        <p:txBody>
          <a:bodyPr/>
          <a:lstStyle/>
          <a:p>
            <a:endParaRPr lang="pt-BR" dirty="0"/>
          </a:p>
        </p:txBody>
      </p:sp>
      <p:sp>
        <p:nvSpPr>
          <p:cNvPr id="6" name="Slide Number Placeholder 5"/>
          <p:cNvSpPr>
            <a:spLocks noGrp="1"/>
          </p:cNvSpPr>
          <p:nvPr>
            <p:ph type="sldNum" sz="quarter" idx="12"/>
          </p:nvPr>
        </p:nvSpPr>
        <p:spPr/>
        <p:txBody>
          <a:bodyPr/>
          <a:lstStyle/>
          <a:p>
            <a:fld id="{B98F3264-6037-4C1F-93DF-E4F182543E70}" type="slidenum">
              <a:rPr lang="pt-BR" smtClean="0"/>
              <a:t>‹nº›</a:t>
            </a:fld>
            <a:endParaRPr lang="pt-BR" dirty="0"/>
          </a:p>
        </p:txBody>
      </p:sp>
    </p:spTree>
    <p:extLst>
      <p:ext uri="{BB962C8B-B14F-4D97-AF65-F5344CB8AC3E}">
        <p14:creationId xmlns:p14="http://schemas.microsoft.com/office/powerpoint/2010/main" val="344388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AD9F01-DE70-421D-913C-5540CBA8C3E6}" type="datetimeFigureOut">
              <a:rPr lang="pt-BR" smtClean="0"/>
              <a:t>24/09/2024</a:t>
            </a:fld>
            <a:endParaRPr lang="pt-BR"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8F3264-6037-4C1F-93DF-E4F182543E70}" type="slidenum">
              <a:rPr lang="pt-BR" smtClean="0"/>
              <a:t>‹nº›</a:t>
            </a:fld>
            <a:endParaRPr lang="pt-BR" dirty="0"/>
          </a:p>
        </p:txBody>
      </p:sp>
    </p:spTree>
    <p:extLst>
      <p:ext uri="{BB962C8B-B14F-4D97-AF65-F5344CB8AC3E}">
        <p14:creationId xmlns:p14="http://schemas.microsoft.com/office/powerpoint/2010/main" val="40589945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m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977" y="919321"/>
            <a:ext cx="2652916" cy="1551956"/>
          </a:xfrm>
          <a:prstGeom prst="rect">
            <a:avLst/>
          </a:prstGeom>
        </p:spPr>
      </p:pic>
      <p:sp>
        <p:nvSpPr>
          <p:cNvPr id="11" name="Right Triangle 10">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ctrTitle"/>
          </p:nvPr>
        </p:nvSpPr>
        <p:spPr>
          <a:xfrm>
            <a:off x="966977" y="3194465"/>
            <a:ext cx="6691254" cy="1320997"/>
          </a:xfrm>
        </p:spPr>
        <p:txBody>
          <a:bodyPr anchor="b">
            <a:normAutofit/>
          </a:bodyPr>
          <a:lstStyle/>
          <a:p>
            <a:pPr algn="l"/>
            <a:r>
              <a:rPr lang="pt-BR" sz="2800" dirty="0"/>
              <a:t>BANCO DE DADOS II</a:t>
            </a:r>
          </a:p>
        </p:txBody>
      </p:sp>
      <p:sp>
        <p:nvSpPr>
          <p:cNvPr id="3" name="Subtítulo 2"/>
          <p:cNvSpPr>
            <a:spLocks noGrp="1"/>
          </p:cNvSpPr>
          <p:nvPr>
            <p:ph type="subTitle" idx="1"/>
          </p:nvPr>
        </p:nvSpPr>
        <p:spPr>
          <a:xfrm>
            <a:off x="966977" y="5142305"/>
            <a:ext cx="5490973" cy="753165"/>
          </a:xfrm>
        </p:spPr>
        <p:txBody>
          <a:bodyPr anchor="t">
            <a:normAutofit/>
          </a:bodyPr>
          <a:lstStyle/>
          <a:p>
            <a:pPr algn="l"/>
            <a:r>
              <a:rPr lang="pt-BR" dirty="0"/>
              <a:t>Prof. Me. Matheus </a:t>
            </a:r>
            <a:r>
              <a:rPr lang="pt-BR" dirty="0" err="1"/>
              <a:t>Raffael</a:t>
            </a:r>
            <a:r>
              <a:rPr lang="pt-BR" dirty="0"/>
              <a:t> Simon</a:t>
            </a:r>
          </a:p>
        </p:txBody>
      </p:sp>
      <p:sp>
        <p:nvSpPr>
          <p:cNvPr id="8" name="Título 1"/>
          <p:cNvSpPr txBox="1">
            <a:spLocks/>
          </p:cNvSpPr>
          <p:nvPr/>
        </p:nvSpPr>
        <p:spPr>
          <a:xfrm>
            <a:off x="966977" y="2353635"/>
            <a:ext cx="6691254" cy="1320997"/>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3900" dirty="0"/>
              <a:t>TECNOLOGIA EM ANÁLISE E DESENVOLVIMENTO DE SISTEMAS</a:t>
            </a:r>
          </a:p>
        </p:txBody>
      </p:sp>
    </p:spTree>
    <p:extLst>
      <p:ext uri="{BB962C8B-B14F-4D97-AF65-F5344CB8AC3E}">
        <p14:creationId xmlns:p14="http://schemas.microsoft.com/office/powerpoint/2010/main" val="1509321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2031186" y="230098"/>
            <a:ext cx="7594144" cy="1618489"/>
          </a:xfrm>
        </p:spPr>
        <p:txBody>
          <a:bodyPr anchor="ctr">
            <a:normAutofit/>
          </a:bodyPr>
          <a:lstStyle/>
          <a:p>
            <a:r>
              <a:rPr lang="pt-BR" sz="5400" dirty="0"/>
              <a:t>Lista de Exercícios</a:t>
            </a:r>
          </a:p>
        </p:txBody>
      </p:sp>
      <p:sp>
        <p:nvSpPr>
          <p:cNvPr id="3" name="Espaço Reservado para Conteúdo 2"/>
          <p:cNvSpPr>
            <a:spLocks noGrp="1"/>
          </p:cNvSpPr>
          <p:nvPr>
            <p:ph idx="1"/>
          </p:nvPr>
        </p:nvSpPr>
        <p:spPr>
          <a:xfrm>
            <a:off x="613775" y="1453019"/>
            <a:ext cx="8154443" cy="4316845"/>
          </a:xfrm>
        </p:spPr>
        <p:txBody>
          <a:bodyPr anchor="t">
            <a:normAutofit/>
          </a:bodyPr>
          <a:lstStyle/>
          <a:p>
            <a:r>
              <a:rPr lang="pt-BR" sz="2400" dirty="0"/>
              <a:t>Faça as </a:t>
            </a:r>
            <a:r>
              <a:rPr lang="pt-BR" sz="2400" dirty="0" err="1"/>
              <a:t>sqls</a:t>
            </a:r>
            <a:r>
              <a:rPr lang="pt-BR" sz="2400" dirty="0"/>
              <a:t> de cada exercício nos próximos slides.</a:t>
            </a:r>
          </a:p>
          <a:p>
            <a:r>
              <a:rPr lang="pt-BR" sz="2400" dirty="0"/>
              <a:t>Você deve criar a </a:t>
            </a:r>
            <a:r>
              <a:rPr lang="pt-BR" sz="2400" dirty="0" err="1"/>
              <a:t>sql</a:t>
            </a:r>
            <a:r>
              <a:rPr lang="pt-BR" sz="2400" dirty="0"/>
              <a:t> de cada estrutura (tabelas), inserir dos dados iguais ao do exercício e a </a:t>
            </a:r>
            <a:r>
              <a:rPr lang="pt-BR" sz="2400" dirty="0" err="1"/>
              <a:t>sql</a:t>
            </a:r>
            <a:r>
              <a:rPr lang="pt-BR" sz="2400" dirty="0"/>
              <a:t> para solucionar o problema solicitado.</a:t>
            </a:r>
          </a:p>
          <a:p>
            <a:r>
              <a:rPr lang="pt-BR" sz="2400" dirty="0"/>
              <a:t>Fazer individual ou em duplas.</a:t>
            </a:r>
          </a:p>
          <a:p>
            <a:r>
              <a:rPr lang="pt-BR" sz="2400" dirty="0"/>
              <a:t>Entregar os scripts solicitados.</a:t>
            </a:r>
          </a:p>
          <a:p>
            <a:endParaRPr lang="pt-BR" sz="1600" dirty="0"/>
          </a:p>
        </p:txBody>
      </p:sp>
    </p:spTree>
    <p:extLst>
      <p:ext uri="{BB962C8B-B14F-4D97-AF65-F5344CB8AC3E}">
        <p14:creationId xmlns:p14="http://schemas.microsoft.com/office/powerpoint/2010/main" val="1243785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2031186" y="230098"/>
            <a:ext cx="7594144" cy="1618489"/>
          </a:xfrm>
        </p:spPr>
        <p:txBody>
          <a:bodyPr anchor="ctr">
            <a:normAutofit/>
          </a:bodyPr>
          <a:lstStyle/>
          <a:p>
            <a:r>
              <a:rPr lang="pt-BR" sz="5400" dirty="0"/>
              <a:t>Exercício 1</a:t>
            </a:r>
          </a:p>
        </p:txBody>
      </p:sp>
      <p:sp>
        <p:nvSpPr>
          <p:cNvPr id="3" name="Espaço Reservado para Conteúdo 2"/>
          <p:cNvSpPr>
            <a:spLocks noGrp="1"/>
          </p:cNvSpPr>
          <p:nvPr>
            <p:ph idx="1"/>
          </p:nvPr>
        </p:nvSpPr>
        <p:spPr>
          <a:xfrm>
            <a:off x="613775" y="1453019"/>
            <a:ext cx="8154443" cy="4316845"/>
          </a:xfrm>
        </p:spPr>
        <p:txBody>
          <a:bodyPr anchor="t">
            <a:normAutofit/>
          </a:bodyPr>
          <a:lstStyle/>
          <a:p>
            <a:r>
              <a:rPr lang="pt-BR" sz="2400" dirty="0"/>
              <a:t>Sua empresa está fazendo um levantamento de quantos clientes estão cadastrados nos estados, porém, faltou levantar os dados do estado do Rio Grande do Sul.</a:t>
            </a:r>
          </a:p>
          <a:p>
            <a:r>
              <a:rPr lang="pt-BR" sz="2400" dirty="0"/>
              <a:t>Então você deve Exibir o nome de todos os clientes cujo estado seja ‘RS’.</a:t>
            </a:r>
          </a:p>
          <a:p>
            <a:endParaRPr lang="pt-BR" sz="1600" dirty="0"/>
          </a:p>
        </p:txBody>
      </p:sp>
      <p:pic>
        <p:nvPicPr>
          <p:cNvPr id="4" name="Imagem 3"/>
          <p:cNvPicPr>
            <a:picLocks noChangeAspect="1"/>
          </p:cNvPicPr>
          <p:nvPr/>
        </p:nvPicPr>
        <p:blipFill>
          <a:blip r:embed="rId2"/>
          <a:stretch>
            <a:fillRect/>
          </a:stretch>
        </p:blipFill>
        <p:spPr>
          <a:xfrm>
            <a:off x="2495022" y="3695504"/>
            <a:ext cx="3871295" cy="2766300"/>
          </a:xfrm>
          <a:prstGeom prst="rect">
            <a:avLst/>
          </a:prstGeom>
        </p:spPr>
      </p:pic>
    </p:spTree>
    <p:extLst>
      <p:ext uri="{BB962C8B-B14F-4D97-AF65-F5344CB8AC3E}">
        <p14:creationId xmlns:p14="http://schemas.microsoft.com/office/powerpoint/2010/main" val="3852801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2031186" y="230098"/>
            <a:ext cx="7594144" cy="1618489"/>
          </a:xfrm>
        </p:spPr>
        <p:txBody>
          <a:bodyPr anchor="ctr">
            <a:normAutofit/>
          </a:bodyPr>
          <a:lstStyle/>
          <a:p>
            <a:r>
              <a:rPr lang="pt-BR" sz="5400" dirty="0"/>
              <a:t>Exercício 1</a:t>
            </a:r>
          </a:p>
        </p:txBody>
      </p:sp>
      <p:pic>
        <p:nvPicPr>
          <p:cNvPr id="5" name="Espaço Reservado para Conteúdo 4"/>
          <p:cNvPicPr>
            <a:picLocks noGrp="1" noChangeAspect="1"/>
          </p:cNvPicPr>
          <p:nvPr>
            <p:ph idx="1"/>
          </p:nvPr>
        </p:nvPicPr>
        <p:blipFill>
          <a:blip r:embed="rId2"/>
          <a:stretch>
            <a:fillRect/>
          </a:stretch>
        </p:blipFill>
        <p:spPr>
          <a:xfrm>
            <a:off x="741343" y="1258612"/>
            <a:ext cx="7658764" cy="2667231"/>
          </a:xfrm>
          <a:prstGeom prst="rect">
            <a:avLst/>
          </a:prstGeom>
        </p:spPr>
      </p:pic>
      <p:pic>
        <p:nvPicPr>
          <p:cNvPr id="6" name="Imagem 5"/>
          <p:cNvPicPr>
            <a:picLocks noChangeAspect="1"/>
          </p:cNvPicPr>
          <p:nvPr/>
        </p:nvPicPr>
        <p:blipFill>
          <a:blip r:embed="rId3"/>
          <a:stretch>
            <a:fillRect/>
          </a:stretch>
        </p:blipFill>
        <p:spPr>
          <a:xfrm>
            <a:off x="2523141" y="4319488"/>
            <a:ext cx="3909399" cy="1585097"/>
          </a:xfrm>
          <a:prstGeom prst="rect">
            <a:avLst/>
          </a:prstGeom>
        </p:spPr>
      </p:pic>
    </p:spTree>
    <p:extLst>
      <p:ext uri="{BB962C8B-B14F-4D97-AF65-F5344CB8AC3E}">
        <p14:creationId xmlns:p14="http://schemas.microsoft.com/office/powerpoint/2010/main" val="1665959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2031186" y="230098"/>
            <a:ext cx="7594144" cy="1618489"/>
          </a:xfrm>
        </p:spPr>
        <p:txBody>
          <a:bodyPr anchor="ctr">
            <a:normAutofit/>
          </a:bodyPr>
          <a:lstStyle/>
          <a:p>
            <a:r>
              <a:rPr lang="pt-BR" sz="5400" dirty="0"/>
              <a:t>Exercício 2</a:t>
            </a:r>
          </a:p>
        </p:txBody>
      </p:sp>
      <p:sp>
        <p:nvSpPr>
          <p:cNvPr id="3" name="Espaço Reservado para Conteúdo 2"/>
          <p:cNvSpPr>
            <a:spLocks noGrp="1"/>
          </p:cNvSpPr>
          <p:nvPr>
            <p:ph idx="1"/>
          </p:nvPr>
        </p:nvSpPr>
        <p:spPr>
          <a:xfrm>
            <a:off x="613775" y="1453019"/>
            <a:ext cx="8154443" cy="4316845"/>
          </a:xfrm>
        </p:spPr>
        <p:txBody>
          <a:bodyPr anchor="t">
            <a:normAutofit/>
          </a:bodyPr>
          <a:lstStyle/>
          <a:p>
            <a:r>
              <a:rPr lang="pt-BR" sz="2400" dirty="0"/>
              <a:t>A empresa fará um evento comemorando os 20 anos de mercado, e para isso faremos uma grande comemoração na cidade de Porto Alegre. Queremos também convidar todos os nossos clientes que estão cadastrados nessa cidade.</a:t>
            </a:r>
          </a:p>
          <a:p>
            <a:r>
              <a:rPr lang="pt-BR" sz="2400" dirty="0"/>
              <a:t>O seu trabalho é nos passar os nomes e os endereços dos clientes que moram em 'Porto Alegre', para entregar os convites pessoalmente. Faça o exercício com a base do Ex1.</a:t>
            </a:r>
          </a:p>
          <a:p>
            <a:endParaRPr lang="pt-BR" sz="1600" dirty="0"/>
          </a:p>
        </p:txBody>
      </p:sp>
      <p:pic>
        <p:nvPicPr>
          <p:cNvPr id="5" name="Imagem 4"/>
          <p:cNvPicPr>
            <a:picLocks noChangeAspect="1"/>
          </p:cNvPicPr>
          <p:nvPr/>
        </p:nvPicPr>
        <p:blipFill>
          <a:blip r:embed="rId2"/>
          <a:stretch>
            <a:fillRect/>
          </a:stretch>
        </p:blipFill>
        <p:spPr>
          <a:xfrm>
            <a:off x="1680937" y="4367858"/>
            <a:ext cx="5779575" cy="1863299"/>
          </a:xfrm>
          <a:prstGeom prst="rect">
            <a:avLst/>
          </a:prstGeom>
        </p:spPr>
      </p:pic>
    </p:spTree>
    <p:extLst>
      <p:ext uri="{BB962C8B-B14F-4D97-AF65-F5344CB8AC3E}">
        <p14:creationId xmlns:p14="http://schemas.microsoft.com/office/powerpoint/2010/main" val="3861460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2031186" y="230098"/>
            <a:ext cx="7594144" cy="1618489"/>
          </a:xfrm>
        </p:spPr>
        <p:txBody>
          <a:bodyPr anchor="ctr">
            <a:normAutofit/>
          </a:bodyPr>
          <a:lstStyle/>
          <a:p>
            <a:r>
              <a:rPr lang="pt-BR" sz="5400" dirty="0"/>
              <a:t>Exercício 3</a:t>
            </a:r>
          </a:p>
        </p:txBody>
      </p:sp>
      <p:sp>
        <p:nvSpPr>
          <p:cNvPr id="3" name="Espaço Reservado para Conteúdo 2"/>
          <p:cNvSpPr>
            <a:spLocks noGrp="1"/>
          </p:cNvSpPr>
          <p:nvPr>
            <p:ph idx="1"/>
          </p:nvPr>
        </p:nvSpPr>
        <p:spPr>
          <a:xfrm>
            <a:off x="613775" y="1453019"/>
            <a:ext cx="8154443" cy="4316845"/>
          </a:xfrm>
        </p:spPr>
        <p:txBody>
          <a:bodyPr anchor="t">
            <a:normAutofit/>
          </a:bodyPr>
          <a:lstStyle/>
          <a:p>
            <a:r>
              <a:rPr lang="pt-BR" sz="2400" dirty="0"/>
              <a:t>O setor financeiro da empresa precisa de um relatório que mostre o código e o nome dos produtos cujo preço são menores que 10 ou maiores que 100.</a:t>
            </a:r>
          </a:p>
          <a:p>
            <a:endParaRPr lang="pt-BR" sz="1600" dirty="0"/>
          </a:p>
        </p:txBody>
      </p:sp>
      <p:pic>
        <p:nvPicPr>
          <p:cNvPr id="4" name="Imagem 3"/>
          <p:cNvPicPr>
            <a:picLocks noChangeAspect="1"/>
          </p:cNvPicPr>
          <p:nvPr/>
        </p:nvPicPr>
        <p:blipFill>
          <a:blip r:embed="rId2"/>
          <a:stretch>
            <a:fillRect/>
          </a:stretch>
        </p:blipFill>
        <p:spPr>
          <a:xfrm>
            <a:off x="827321" y="2761384"/>
            <a:ext cx="3863675" cy="2095682"/>
          </a:xfrm>
          <a:prstGeom prst="rect">
            <a:avLst/>
          </a:prstGeom>
        </p:spPr>
      </p:pic>
      <p:pic>
        <p:nvPicPr>
          <p:cNvPr id="6" name="Imagem 5"/>
          <p:cNvPicPr>
            <a:picLocks noChangeAspect="1"/>
          </p:cNvPicPr>
          <p:nvPr/>
        </p:nvPicPr>
        <p:blipFill>
          <a:blip r:embed="rId3"/>
          <a:stretch>
            <a:fillRect/>
          </a:stretch>
        </p:blipFill>
        <p:spPr>
          <a:xfrm>
            <a:off x="5045366" y="2646302"/>
            <a:ext cx="3856054" cy="2758679"/>
          </a:xfrm>
          <a:prstGeom prst="rect">
            <a:avLst/>
          </a:prstGeom>
        </p:spPr>
      </p:pic>
      <p:pic>
        <p:nvPicPr>
          <p:cNvPr id="7" name="Imagem 6"/>
          <p:cNvPicPr>
            <a:picLocks noChangeAspect="1"/>
          </p:cNvPicPr>
          <p:nvPr/>
        </p:nvPicPr>
        <p:blipFill>
          <a:blip r:embed="rId4"/>
          <a:stretch>
            <a:fillRect/>
          </a:stretch>
        </p:blipFill>
        <p:spPr>
          <a:xfrm>
            <a:off x="998550" y="5054478"/>
            <a:ext cx="3863675" cy="1569856"/>
          </a:xfrm>
          <a:prstGeom prst="rect">
            <a:avLst/>
          </a:prstGeom>
        </p:spPr>
      </p:pic>
    </p:spTree>
    <p:extLst>
      <p:ext uri="{BB962C8B-B14F-4D97-AF65-F5344CB8AC3E}">
        <p14:creationId xmlns:p14="http://schemas.microsoft.com/office/powerpoint/2010/main" val="1922340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2031186" y="230098"/>
            <a:ext cx="7594144" cy="1618489"/>
          </a:xfrm>
        </p:spPr>
        <p:txBody>
          <a:bodyPr anchor="ctr">
            <a:normAutofit/>
          </a:bodyPr>
          <a:lstStyle/>
          <a:p>
            <a:r>
              <a:rPr lang="pt-BR" sz="5400" dirty="0"/>
              <a:t>Exercício 4</a:t>
            </a:r>
          </a:p>
        </p:txBody>
      </p:sp>
      <p:sp>
        <p:nvSpPr>
          <p:cNvPr id="3" name="Espaço Reservado para Conteúdo 2"/>
          <p:cNvSpPr>
            <a:spLocks noGrp="1"/>
          </p:cNvSpPr>
          <p:nvPr>
            <p:ph idx="1"/>
          </p:nvPr>
        </p:nvSpPr>
        <p:spPr>
          <a:xfrm>
            <a:off x="613775" y="1453019"/>
            <a:ext cx="8154443" cy="4316845"/>
          </a:xfrm>
        </p:spPr>
        <p:txBody>
          <a:bodyPr anchor="t">
            <a:normAutofit/>
          </a:bodyPr>
          <a:lstStyle/>
          <a:p>
            <a:r>
              <a:rPr lang="pt-BR" sz="2400" dirty="0"/>
              <a:t>Quando os dados foram migrados de Banco de Dados, houve um pequeno mal-entendido por parte do antigo DBA.</a:t>
            </a:r>
          </a:p>
          <a:p>
            <a:r>
              <a:rPr lang="pt-BR" sz="2400" dirty="0"/>
              <a:t>Seu chefe precisa que você exiba o código e o nome dos produtos, cuja categoria seja '</a:t>
            </a:r>
            <a:r>
              <a:rPr lang="pt-BR" sz="2400" dirty="0" err="1"/>
              <a:t>super</a:t>
            </a:r>
            <a:r>
              <a:rPr lang="pt-BR" sz="2400" dirty="0"/>
              <a:t> </a:t>
            </a:r>
            <a:r>
              <a:rPr lang="pt-BR" sz="2400" dirty="0" err="1"/>
              <a:t>luxury</a:t>
            </a:r>
            <a:r>
              <a:rPr lang="pt-BR" sz="2400" dirty="0"/>
              <a:t>'.</a:t>
            </a:r>
          </a:p>
          <a:p>
            <a:endParaRPr lang="pt-BR" sz="2400" dirty="0"/>
          </a:p>
          <a:p>
            <a:endParaRPr lang="pt-BR" sz="1600" dirty="0"/>
          </a:p>
        </p:txBody>
      </p:sp>
      <p:pic>
        <p:nvPicPr>
          <p:cNvPr id="5" name="Imagem 4"/>
          <p:cNvPicPr>
            <a:picLocks noChangeAspect="1"/>
          </p:cNvPicPr>
          <p:nvPr/>
        </p:nvPicPr>
        <p:blipFill>
          <a:blip r:embed="rId2"/>
          <a:stretch>
            <a:fillRect/>
          </a:stretch>
        </p:blipFill>
        <p:spPr>
          <a:xfrm>
            <a:off x="783257" y="3270695"/>
            <a:ext cx="7574936" cy="2545301"/>
          </a:xfrm>
          <a:prstGeom prst="rect">
            <a:avLst/>
          </a:prstGeom>
        </p:spPr>
      </p:pic>
    </p:spTree>
    <p:extLst>
      <p:ext uri="{BB962C8B-B14F-4D97-AF65-F5344CB8AC3E}">
        <p14:creationId xmlns:p14="http://schemas.microsoft.com/office/powerpoint/2010/main" val="2047075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2031186" y="230098"/>
            <a:ext cx="7594144" cy="1618489"/>
          </a:xfrm>
        </p:spPr>
        <p:txBody>
          <a:bodyPr anchor="ctr">
            <a:normAutofit/>
          </a:bodyPr>
          <a:lstStyle/>
          <a:p>
            <a:r>
              <a:rPr lang="pt-BR" sz="5400" dirty="0"/>
              <a:t>Exercício 4</a:t>
            </a:r>
          </a:p>
        </p:txBody>
      </p:sp>
      <p:sp>
        <p:nvSpPr>
          <p:cNvPr id="3" name="Espaço Reservado para Conteúdo 2"/>
          <p:cNvSpPr>
            <a:spLocks noGrp="1"/>
          </p:cNvSpPr>
          <p:nvPr>
            <p:ph idx="1"/>
          </p:nvPr>
        </p:nvSpPr>
        <p:spPr>
          <a:xfrm>
            <a:off x="613775" y="1453019"/>
            <a:ext cx="8154443" cy="4316845"/>
          </a:xfrm>
        </p:spPr>
        <p:txBody>
          <a:bodyPr anchor="t">
            <a:normAutofit/>
          </a:bodyPr>
          <a:lstStyle/>
          <a:p>
            <a:endParaRPr lang="pt-BR" sz="2400" dirty="0"/>
          </a:p>
          <a:p>
            <a:endParaRPr lang="pt-BR" sz="1600" dirty="0"/>
          </a:p>
        </p:txBody>
      </p:sp>
      <p:pic>
        <p:nvPicPr>
          <p:cNvPr id="4" name="Imagem 3"/>
          <p:cNvPicPr>
            <a:picLocks noChangeAspect="1"/>
          </p:cNvPicPr>
          <p:nvPr/>
        </p:nvPicPr>
        <p:blipFill>
          <a:blip r:embed="rId2"/>
          <a:stretch>
            <a:fillRect/>
          </a:stretch>
        </p:blipFill>
        <p:spPr>
          <a:xfrm>
            <a:off x="741343" y="131894"/>
            <a:ext cx="7658764" cy="2880610"/>
          </a:xfrm>
          <a:prstGeom prst="rect">
            <a:avLst/>
          </a:prstGeom>
        </p:spPr>
      </p:pic>
      <p:pic>
        <p:nvPicPr>
          <p:cNvPr id="6" name="Imagem 5"/>
          <p:cNvPicPr>
            <a:picLocks noChangeAspect="1"/>
          </p:cNvPicPr>
          <p:nvPr/>
        </p:nvPicPr>
        <p:blipFill>
          <a:blip r:embed="rId3"/>
          <a:stretch>
            <a:fillRect/>
          </a:stretch>
        </p:blipFill>
        <p:spPr>
          <a:xfrm>
            <a:off x="5394635" y="3103298"/>
            <a:ext cx="3749365" cy="3665538"/>
          </a:xfrm>
          <a:prstGeom prst="rect">
            <a:avLst/>
          </a:prstGeom>
        </p:spPr>
      </p:pic>
      <p:pic>
        <p:nvPicPr>
          <p:cNvPr id="7" name="Imagem 6"/>
          <p:cNvPicPr>
            <a:picLocks noChangeAspect="1"/>
          </p:cNvPicPr>
          <p:nvPr/>
        </p:nvPicPr>
        <p:blipFill>
          <a:blip r:embed="rId4"/>
          <a:stretch>
            <a:fillRect/>
          </a:stretch>
        </p:blipFill>
        <p:spPr>
          <a:xfrm>
            <a:off x="1083799" y="3792147"/>
            <a:ext cx="3840813" cy="1653683"/>
          </a:xfrm>
          <a:prstGeom prst="rect">
            <a:avLst/>
          </a:prstGeom>
        </p:spPr>
      </p:pic>
    </p:spTree>
    <p:extLst>
      <p:ext uri="{BB962C8B-B14F-4D97-AF65-F5344CB8AC3E}">
        <p14:creationId xmlns:p14="http://schemas.microsoft.com/office/powerpoint/2010/main" val="18287069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2031186" y="230098"/>
            <a:ext cx="7594144" cy="1618489"/>
          </a:xfrm>
        </p:spPr>
        <p:txBody>
          <a:bodyPr anchor="ctr">
            <a:normAutofit/>
          </a:bodyPr>
          <a:lstStyle/>
          <a:p>
            <a:r>
              <a:rPr lang="pt-BR" sz="5400" dirty="0"/>
              <a:t>Exercício 5</a:t>
            </a:r>
          </a:p>
        </p:txBody>
      </p:sp>
      <p:sp>
        <p:nvSpPr>
          <p:cNvPr id="3" name="Espaço Reservado para Conteúdo 2"/>
          <p:cNvSpPr>
            <a:spLocks noGrp="1"/>
          </p:cNvSpPr>
          <p:nvPr>
            <p:ph idx="1"/>
          </p:nvPr>
        </p:nvSpPr>
        <p:spPr>
          <a:xfrm>
            <a:off x="613775" y="1453019"/>
            <a:ext cx="8154443" cy="4316845"/>
          </a:xfrm>
        </p:spPr>
        <p:txBody>
          <a:bodyPr anchor="t">
            <a:normAutofit/>
          </a:bodyPr>
          <a:lstStyle/>
          <a:p>
            <a:r>
              <a:rPr lang="pt-BR" sz="2400" dirty="0"/>
              <a:t>Todos os meses a empresa pede um relatório das cidades que os fornecedores estão cadastrados. Dessa vez não vai ser diferente, faça uma consulta no Banco de Dados que retorne todas as cidades dos fornecedores, mas em ordem alfabética.</a:t>
            </a:r>
          </a:p>
          <a:p>
            <a:r>
              <a:rPr lang="pt-BR" sz="2400" dirty="0"/>
              <a:t>OBS: Você não deve mostrar cidades repetidas.</a:t>
            </a:r>
          </a:p>
          <a:p>
            <a:endParaRPr lang="pt-BR" sz="2400" dirty="0"/>
          </a:p>
          <a:p>
            <a:endParaRPr lang="pt-BR" sz="1600" dirty="0"/>
          </a:p>
        </p:txBody>
      </p:sp>
      <p:pic>
        <p:nvPicPr>
          <p:cNvPr id="4" name="Imagem 3"/>
          <p:cNvPicPr>
            <a:picLocks noChangeAspect="1"/>
          </p:cNvPicPr>
          <p:nvPr/>
        </p:nvPicPr>
        <p:blipFill>
          <a:blip r:embed="rId2"/>
          <a:stretch>
            <a:fillRect/>
          </a:stretch>
        </p:blipFill>
        <p:spPr>
          <a:xfrm>
            <a:off x="132445" y="3244836"/>
            <a:ext cx="3817951" cy="2423370"/>
          </a:xfrm>
          <a:prstGeom prst="rect">
            <a:avLst/>
          </a:prstGeom>
        </p:spPr>
      </p:pic>
      <p:pic>
        <p:nvPicPr>
          <p:cNvPr id="6" name="Imagem 5"/>
          <p:cNvPicPr>
            <a:picLocks noChangeAspect="1"/>
          </p:cNvPicPr>
          <p:nvPr/>
        </p:nvPicPr>
        <p:blipFill>
          <a:blip r:embed="rId3"/>
          <a:stretch>
            <a:fillRect/>
          </a:stretch>
        </p:blipFill>
        <p:spPr>
          <a:xfrm>
            <a:off x="4811687" y="3318446"/>
            <a:ext cx="3848433" cy="3535986"/>
          </a:xfrm>
          <a:prstGeom prst="rect">
            <a:avLst/>
          </a:prstGeom>
        </p:spPr>
      </p:pic>
    </p:spTree>
    <p:extLst>
      <p:ext uri="{BB962C8B-B14F-4D97-AF65-F5344CB8AC3E}">
        <p14:creationId xmlns:p14="http://schemas.microsoft.com/office/powerpoint/2010/main" val="341346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2031186" y="230098"/>
            <a:ext cx="7594144" cy="1618489"/>
          </a:xfrm>
        </p:spPr>
        <p:txBody>
          <a:bodyPr anchor="ctr">
            <a:normAutofit/>
          </a:bodyPr>
          <a:lstStyle/>
          <a:p>
            <a:r>
              <a:rPr lang="pt-BR" sz="5400" dirty="0"/>
              <a:t>Exercício 6</a:t>
            </a:r>
          </a:p>
        </p:txBody>
      </p:sp>
      <p:sp>
        <p:nvSpPr>
          <p:cNvPr id="3" name="Espaço Reservado para Conteúdo 2"/>
          <p:cNvSpPr>
            <a:spLocks noGrp="1"/>
          </p:cNvSpPr>
          <p:nvPr>
            <p:ph idx="1"/>
          </p:nvPr>
        </p:nvSpPr>
        <p:spPr>
          <a:xfrm>
            <a:off x="613775" y="1453019"/>
            <a:ext cx="8154443" cy="4316845"/>
          </a:xfrm>
        </p:spPr>
        <p:txBody>
          <a:bodyPr anchor="t">
            <a:normAutofit/>
          </a:bodyPr>
          <a:lstStyle/>
          <a:p>
            <a:r>
              <a:rPr lang="pt-BR" sz="2400" dirty="0"/>
              <a:t>O setor financeiro da nossa empresa, está querendo saber os menores, maiores, média e soma valores dos produtos, que vendemos, posteriormente deverá fazer uma função de contagem de quantos produtos existem na base.</a:t>
            </a:r>
          </a:p>
          <a:p>
            <a:endParaRPr lang="pt-BR" sz="2400" dirty="0"/>
          </a:p>
          <a:p>
            <a:endParaRPr lang="pt-BR" sz="1600" dirty="0"/>
          </a:p>
        </p:txBody>
      </p:sp>
      <p:pic>
        <p:nvPicPr>
          <p:cNvPr id="5" name="Imagem 4"/>
          <p:cNvPicPr>
            <a:picLocks noChangeAspect="1"/>
          </p:cNvPicPr>
          <p:nvPr/>
        </p:nvPicPr>
        <p:blipFill>
          <a:blip r:embed="rId2"/>
          <a:stretch>
            <a:fillRect/>
          </a:stretch>
        </p:blipFill>
        <p:spPr>
          <a:xfrm>
            <a:off x="613775" y="3071508"/>
            <a:ext cx="3810330" cy="2141406"/>
          </a:xfrm>
          <a:prstGeom prst="rect">
            <a:avLst/>
          </a:prstGeom>
        </p:spPr>
      </p:pic>
      <p:pic>
        <p:nvPicPr>
          <p:cNvPr id="7" name="Imagem 6"/>
          <p:cNvPicPr>
            <a:picLocks noChangeAspect="1"/>
          </p:cNvPicPr>
          <p:nvPr/>
        </p:nvPicPr>
        <p:blipFill>
          <a:blip r:embed="rId3"/>
          <a:stretch>
            <a:fillRect/>
          </a:stretch>
        </p:blipFill>
        <p:spPr>
          <a:xfrm>
            <a:off x="4819307" y="3014134"/>
            <a:ext cx="3840813" cy="2804403"/>
          </a:xfrm>
          <a:prstGeom prst="rect">
            <a:avLst/>
          </a:prstGeom>
        </p:spPr>
      </p:pic>
    </p:spTree>
    <p:extLst>
      <p:ext uri="{BB962C8B-B14F-4D97-AF65-F5344CB8AC3E}">
        <p14:creationId xmlns:p14="http://schemas.microsoft.com/office/powerpoint/2010/main" val="3489487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2031186" y="230098"/>
            <a:ext cx="7594144" cy="1618489"/>
          </a:xfrm>
        </p:spPr>
        <p:txBody>
          <a:bodyPr anchor="ctr">
            <a:normAutofit/>
          </a:bodyPr>
          <a:lstStyle/>
          <a:p>
            <a:r>
              <a:rPr lang="pt-BR" sz="5400" dirty="0"/>
              <a:t>Exercício 7</a:t>
            </a:r>
          </a:p>
        </p:txBody>
      </p:sp>
      <p:sp>
        <p:nvSpPr>
          <p:cNvPr id="3" name="Espaço Reservado para Conteúdo 2"/>
          <p:cNvSpPr>
            <a:spLocks noGrp="1"/>
          </p:cNvSpPr>
          <p:nvPr>
            <p:ph idx="1"/>
          </p:nvPr>
        </p:nvSpPr>
        <p:spPr>
          <a:xfrm>
            <a:off x="613775" y="1453019"/>
            <a:ext cx="8154443" cy="4316845"/>
          </a:xfrm>
        </p:spPr>
        <p:txBody>
          <a:bodyPr anchor="t">
            <a:normAutofit/>
          </a:bodyPr>
          <a:lstStyle/>
          <a:p>
            <a:r>
              <a:rPr lang="pt-BR" sz="2400" dirty="0"/>
              <a:t>A auditoria financeira da empresa está pedindo para nós um relatório do primeiro semestre de 2016. Então exiba o nome dos clientes e o número do pedido para os clientes que fizeram pedidos no primeiro semestre de 2016.</a:t>
            </a:r>
          </a:p>
          <a:p>
            <a:endParaRPr lang="pt-BR" sz="1600" dirty="0"/>
          </a:p>
        </p:txBody>
      </p:sp>
      <p:pic>
        <p:nvPicPr>
          <p:cNvPr id="9" name="Imagem 8"/>
          <p:cNvPicPr>
            <a:picLocks noChangeAspect="1"/>
          </p:cNvPicPr>
          <p:nvPr/>
        </p:nvPicPr>
        <p:blipFill>
          <a:blip r:embed="rId2"/>
          <a:stretch>
            <a:fillRect/>
          </a:stretch>
        </p:blipFill>
        <p:spPr>
          <a:xfrm>
            <a:off x="613775" y="3014134"/>
            <a:ext cx="7605419" cy="2926334"/>
          </a:xfrm>
          <a:prstGeom prst="rect">
            <a:avLst/>
          </a:prstGeom>
        </p:spPr>
      </p:pic>
    </p:spTree>
    <p:extLst>
      <p:ext uri="{BB962C8B-B14F-4D97-AF65-F5344CB8AC3E}">
        <p14:creationId xmlns:p14="http://schemas.microsoft.com/office/powerpoint/2010/main" val="936120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2342271" y="-429744"/>
            <a:ext cx="7594144" cy="1618489"/>
          </a:xfrm>
        </p:spPr>
        <p:txBody>
          <a:bodyPr anchor="ctr">
            <a:normAutofit/>
          </a:bodyPr>
          <a:lstStyle/>
          <a:p>
            <a:r>
              <a:rPr lang="pt-BR" sz="5400" dirty="0"/>
              <a:t>Exercício 7</a:t>
            </a:r>
          </a:p>
        </p:txBody>
      </p:sp>
      <p:pic>
        <p:nvPicPr>
          <p:cNvPr id="4" name="Espaço Reservado para Conteúdo 3"/>
          <p:cNvPicPr>
            <a:picLocks noGrp="1" noChangeAspect="1"/>
          </p:cNvPicPr>
          <p:nvPr>
            <p:ph idx="1"/>
          </p:nvPr>
        </p:nvPicPr>
        <p:blipFill>
          <a:blip r:embed="rId2"/>
          <a:stretch>
            <a:fillRect/>
          </a:stretch>
        </p:blipFill>
        <p:spPr>
          <a:xfrm>
            <a:off x="394630" y="567168"/>
            <a:ext cx="7613040" cy="3459780"/>
          </a:xfrm>
          <a:prstGeom prst="rect">
            <a:avLst/>
          </a:prstGeom>
        </p:spPr>
      </p:pic>
      <p:pic>
        <p:nvPicPr>
          <p:cNvPr id="5" name="Imagem 4"/>
          <p:cNvPicPr>
            <a:picLocks noChangeAspect="1"/>
          </p:cNvPicPr>
          <p:nvPr/>
        </p:nvPicPr>
        <p:blipFill>
          <a:blip r:embed="rId3"/>
          <a:stretch>
            <a:fillRect/>
          </a:stretch>
        </p:blipFill>
        <p:spPr>
          <a:xfrm>
            <a:off x="92972" y="4168945"/>
            <a:ext cx="3810330" cy="2491956"/>
          </a:xfrm>
          <a:prstGeom prst="rect">
            <a:avLst/>
          </a:prstGeom>
        </p:spPr>
      </p:pic>
      <p:pic>
        <p:nvPicPr>
          <p:cNvPr id="6" name="Imagem 5"/>
          <p:cNvPicPr>
            <a:picLocks noChangeAspect="1"/>
          </p:cNvPicPr>
          <p:nvPr/>
        </p:nvPicPr>
        <p:blipFill>
          <a:blip r:embed="rId4"/>
          <a:stretch>
            <a:fillRect/>
          </a:stretch>
        </p:blipFill>
        <p:spPr>
          <a:xfrm>
            <a:off x="4384632" y="4318371"/>
            <a:ext cx="3810330" cy="1912786"/>
          </a:xfrm>
          <a:prstGeom prst="rect">
            <a:avLst/>
          </a:prstGeom>
        </p:spPr>
      </p:pic>
    </p:spTree>
    <p:extLst>
      <p:ext uri="{BB962C8B-B14F-4D97-AF65-F5344CB8AC3E}">
        <p14:creationId xmlns:p14="http://schemas.microsoft.com/office/powerpoint/2010/main" val="3915280486"/>
      </p:ext>
    </p:extLst>
  </p:cSld>
  <p:clrMapOvr>
    <a:masterClrMapping/>
  </p:clrMapOvr>
</p:sld>
</file>

<file path=ppt/theme/theme1.xml><?xml version="1.0" encoding="utf-8"?>
<a:theme xmlns:a="http://schemas.openxmlformats.org/drawingml/2006/main" name="Tema do Office">
  <a:themeElements>
    <a:clrScheme name="Tema do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o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1595</TotalTime>
  <Words>405</Words>
  <Application>Microsoft Office PowerPoint</Application>
  <PresentationFormat>Apresentação na tela (4:3)</PresentationFormat>
  <Paragraphs>29</Paragraphs>
  <Slides>12</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12</vt:i4>
      </vt:variant>
    </vt:vector>
  </HeadingPairs>
  <TitlesOfParts>
    <vt:vector size="16" baseType="lpstr">
      <vt:lpstr>Arial</vt:lpstr>
      <vt:lpstr>Calibri</vt:lpstr>
      <vt:lpstr>Calibri Light</vt:lpstr>
      <vt:lpstr>Tema do Office</vt:lpstr>
      <vt:lpstr>BANCO DE DADOS II</vt:lpstr>
      <vt:lpstr>Lista de Exercícios</vt:lpstr>
      <vt:lpstr>Exercício 1</vt:lpstr>
      <vt:lpstr>Exercício 1</vt:lpstr>
      <vt:lpstr>Exercício 2</vt:lpstr>
      <vt:lpstr>Exercício 3</vt:lpstr>
      <vt:lpstr>Exercício 4</vt:lpstr>
      <vt:lpstr>Exercício 4</vt:lpstr>
      <vt:lpstr>Exercício 5</vt:lpstr>
      <vt:lpstr>Exercício 6</vt:lpstr>
      <vt:lpstr>Exercício 7</vt:lpstr>
      <vt:lpstr>Exercício 7</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Circuitos lógicos combinacionais e sequenciais</dc:title>
  <dc:creator>Matheus</dc:creator>
  <cp:lastModifiedBy>matheus raffael simon</cp:lastModifiedBy>
  <cp:revision>51</cp:revision>
  <dcterms:created xsi:type="dcterms:W3CDTF">2023-01-24T23:29:32Z</dcterms:created>
  <dcterms:modified xsi:type="dcterms:W3CDTF">2024-09-24T17:47:56Z</dcterms:modified>
</cp:coreProperties>
</file>