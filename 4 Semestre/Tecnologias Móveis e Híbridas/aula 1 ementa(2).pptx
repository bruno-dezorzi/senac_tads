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53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23/07/2024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9D32F93-50AC-4C46-A5DB-291C60DDB7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xmlns="" id="{827DC2C4-B485-428A-BF4A-472D2967F4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E04B5EB-F158-4507-90DD-BD23620C7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 smtClean="0"/>
              <a:t>TECNOLOGIAS MÓVEIS E HÍBRIDAS</a:t>
            </a:r>
            <a:endParaRPr lang="pt-B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 smtClean="0"/>
              <a:t>TECNOLOGIA EM ANÁLISE E DESENVOLVIMENTO DE SISTEMAS</a:t>
            </a:r>
            <a:endParaRPr lang="pt-BR" sz="3900" dirty="0"/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Ementa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Visão geral sobre dispositivos móveis. Visão geral de plataformas de desenvolvimento para </a:t>
            </a:r>
            <a:r>
              <a:rPr lang="pt-BR" sz="2500" dirty="0" err="1"/>
              <a:t>Android</a:t>
            </a:r>
            <a:r>
              <a:rPr lang="pt-BR" sz="2500" dirty="0"/>
              <a:t> e IOS. Requisitos e desafios para computação móvel. Obsolescência programada de hardware. </a:t>
            </a:r>
            <a:r>
              <a:rPr lang="pt-BR" sz="2500" dirty="0" err="1"/>
              <a:t>Flutter</a:t>
            </a:r>
            <a:r>
              <a:rPr lang="pt-BR" sz="2500" dirty="0"/>
              <a:t>. Arquitetura de software para dispositivos móveis. Comunicação para dispositivos móveis. Banco de dados móvel. Middleware e frameworks para Computação Móvel. Programação voltada para dispositivo móvel. Interface. Transferência cliente-servidor. Utilização de recursos do dispositivo móvel. Projeto Calculadora. Projeto Campo Minado. Publicação de aplicativo em loja oficial. </a:t>
            </a:r>
            <a:r>
              <a:rPr lang="pt-BR" sz="2500" dirty="0" err="1"/>
              <a:t>Dart</a:t>
            </a:r>
            <a:r>
              <a:rPr lang="pt-BR" sz="2500" dirty="0"/>
              <a:t>.</a:t>
            </a:r>
          </a:p>
          <a:p>
            <a:endParaRPr lang="pt-BR" sz="2500" dirty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Sistema de avaliação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Prova com peso 6.</a:t>
            </a:r>
          </a:p>
          <a:p>
            <a:r>
              <a:rPr lang="pt-BR" sz="2500" dirty="0"/>
              <a:t>Trabalhos teóricos ou práticos com peso 4.</a:t>
            </a:r>
          </a:p>
          <a:p>
            <a:endParaRPr lang="pt-BR" sz="2500" dirty="0"/>
          </a:p>
          <a:p>
            <a:r>
              <a:rPr lang="pt-BR" sz="2500" dirty="0"/>
              <a:t>Os alunos serão avaliados em dois bimestres.</a:t>
            </a:r>
          </a:p>
          <a:p>
            <a:r>
              <a:rPr lang="pt-BR" sz="2500" dirty="0"/>
              <a:t>A nota final será a nota do 1º B. somados com o 2º B. dividido por 2.</a:t>
            </a:r>
          </a:p>
          <a:p>
            <a:endParaRPr lang="pt-BR" sz="2500" dirty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72698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Conteúdo programático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Visão geral sobre dispositivos móveis. </a:t>
            </a:r>
            <a:endParaRPr lang="pt-BR" sz="2500" dirty="0" smtClean="0"/>
          </a:p>
          <a:p>
            <a:r>
              <a:rPr lang="pt-BR" sz="2500" dirty="0"/>
              <a:t> Visão geral de plataformas de desenvolvimento para </a:t>
            </a:r>
            <a:r>
              <a:rPr lang="pt-BR" sz="2500" dirty="0" err="1"/>
              <a:t>Android</a:t>
            </a:r>
            <a:r>
              <a:rPr lang="pt-BR" sz="2500" dirty="0"/>
              <a:t> e IOS</a:t>
            </a:r>
            <a:r>
              <a:rPr lang="pt-BR" sz="2500" dirty="0" smtClean="0"/>
              <a:t>.</a:t>
            </a:r>
          </a:p>
          <a:p>
            <a:r>
              <a:rPr lang="pt-BR" sz="2500" dirty="0"/>
              <a:t>Requisitos e desafios para computação móvel</a:t>
            </a:r>
            <a:r>
              <a:rPr lang="pt-BR" sz="2500" dirty="0" smtClean="0"/>
              <a:t>.</a:t>
            </a:r>
          </a:p>
          <a:p>
            <a:r>
              <a:rPr lang="pt-BR" sz="2500" dirty="0"/>
              <a:t>Obsolescência programada de hardware. </a:t>
            </a:r>
            <a:endParaRPr lang="pt-BR" sz="2500" dirty="0" smtClean="0"/>
          </a:p>
          <a:p>
            <a:r>
              <a:rPr lang="pt-BR" sz="2500" dirty="0"/>
              <a:t> </a:t>
            </a:r>
            <a:r>
              <a:rPr lang="pt-BR" sz="2500" dirty="0" err="1"/>
              <a:t>Flutter</a:t>
            </a:r>
            <a:r>
              <a:rPr lang="pt-BR" sz="2500" dirty="0"/>
              <a:t>.</a:t>
            </a:r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405903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Conteúdo programático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Arquitetura de software para dispositivos móveis</a:t>
            </a:r>
            <a:r>
              <a:rPr lang="pt-BR" sz="2500" dirty="0" smtClean="0"/>
              <a:t>.</a:t>
            </a:r>
          </a:p>
          <a:p>
            <a:r>
              <a:rPr lang="pt-BR" sz="2500" dirty="0"/>
              <a:t>Comunicação para dispositivos móveis</a:t>
            </a:r>
            <a:r>
              <a:rPr lang="pt-BR" sz="2500" dirty="0" smtClean="0"/>
              <a:t>.</a:t>
            </a:r>
          </a:p>
          <a:p>
            <a:r>
              <a:rPr lang="pt-BR" sz="2500" dirty="0"/>
              <a:t>Banco de dados móvel</a:t>
            </a:r>
            <a:r>
              <a:rPr lang="pt-BR" sz="2500" dirty="0" smtClean="0"/>
              <a:t>.</a:t>
            </a:r>
          </a:p>
          <a:p>
            <a:r>
              <a:rPr lang="pt-BR" sz="2500" dirty="0"/>
              <a:t>Middleware e frameworks para Computação Móvel</a:t>
            </a:r>
            <a:r>
              <a:rPr lang="pt-BR" sz="2500" dirty="0" smtClean="0"/>
              <a:t>.</a:t>
            </a:r>
          </a:p>
          <a:p>
            <a:r>
              <a:rPr lang="pt-BR" sz="2500" dirty="0"/>
              <a:t>Programação voltada para dispositivo móvel</a:t>
            </a:r>
            <a:r>
              <a:rPr lang="pt-BR" sz="2500" dirty="0" smtClean="0"/>
              <a:t>.</a:t>
            </a:r>
          </a:p>
          <a:p>
            <a:r>
              <a:rPr lang="pt-BR" sz="2500" dirty="0"/>
              <a:t>Transferência cliente-servidor.</a:t>
            </a:r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21323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Conteúdo programático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Utilização de recursos do dispositivo </a:t>
            </a:r>
            <a:r>
              <a:rPr lang="pt-BR" sz="2500" dirty="0" smtClean="0"/>
              <a:t>móvel.</a:t>
            </a:r>
          </a:p>
          <a:p>
            <a:r>
              <a:rPr lang="pt-BR" sz="2500" dirty="0"/>
              <a:t>Projeto Calculadora. </a:t>
            </a:r>
            <a:endParaRPr lang="pt-BR" sz="2500" dirty="0" smtClean="0"/>
          </a:p>
          <a:p>
            <a:r>
              <a:rPr lang="pt-BR" sz="2500" dirty="0"/>
              <a:t>Projeto Campo Minado. </a:t>
            </a:r>
            <a:endParaRPr lang="pt-BR" sz="2500" dirty="0" smtClean="0"/>
          </a:p>
          <a:p>
            <a:r>
              <a:rPr lang="pt-BR" sz="2500" dirty="0"/>
              <a:t>Publicação de aplicativo em loja oficial</a:t>
            </a:r>
            <a:r>
              <a:rPr lang="pt-BR" sz="2500" dirty="0" smtClean="0"/>
              <a:t>.</a:t>
            </a:r>
          </a:p>
          <a:p>
            <a:r>
              <a:rPr lang="pt-BR" sz="2500" dirty="0" err="1"/>
              <a:t>Dart</a:t>
            </a:r>
            <a:r>
              <a:rPr lang="pt-BR" sz="2500" dirty="0"/>
              <a:t>.</a:t>
            </a:r>
            <a:endParaRPr lang="pt-BR" sz="25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11336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Bibliografia básica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92500" lnSpcReduction="10000"/>
          </a:bodyPr>
          <a:lstStyle/>
          <a:p>
            <a:r>
              <a:rPr lang="pt-BR" sz="2500" dirty="0"/>
              <a:t>HERMES, Dan. Desenvolvimento de aplicativos móveis com </a:t>
            </a:r>
            <a:r>
              <a:rPr lang="pt-BR" sz="2500" dirty="0" err="1"/>
              <a:t>Xamarin</a:t>
            </a:r>
            <a:r>
              <a:rPr lang="pt-BR" sz="2500" dirty="0"/>
              <a:t>. São Paulo: </a:t>
            </a:r>
            <a:r>
              <a:rPr lang="pt-BR" sz="2500" dirty="0" err="1"/>
              <a:t>Novatec</a:t>
            </a:r>
            <a:r>
              <a:rPr lang="pt-BR" sz="2500" dirty="0"/>
              <a:t>, 2015. </a:t>
            </a:r>
          </a:p>
          <a:p>
            <a:r>
              <a:rPr lang="pt-BR" sz="2500" dirty="0"/>
              <a:t>ZAMMETTI , Frank. </a:t>
            </a:r>
            <a:r>
              <a:rPr lang="pt-BR" sz="2500" dirty="0" err="1"/>
              <a:t>Flutter</a:t>
            </a:r>
            <a:r>
              <a:rPr lang="pt-BR" sz="2500" dirty="0"/>
              <a:t> na Prática: Melhore seu Desenvolvimento Mobile com o SDK Open </a:t>
            </a:r>
            <a:r>
              <a:rPr lang="pt-BR" sz="2500" dirty="0" err="1"/>
              <a:t>Source</a:t>
            </a:r>
            <a:r>
              <a:rPr lang="pt-BR" sz="2500" dirty="0"/>
              <a:t> Mais Recente do Google - 1ª edição. </a:t>
            </a:r>
            <a:r>
              <a:rPr lang="pt-BR" sz="2500" dirty="0" err="1"/>
              <a:t>Novatec</a:t>
            </a:r>
            <a:r>
              <a:rPr lang="pt-BR" sz="2500" dirty="0"/>
              <a:t> Editora, 2020</a:t>
            </a:r>
          </a:p>
          <a:p>
            <a:r>
              <a:rPr lang="pt-BR" sz="2500" dirty="0"/>
              <a:t>RODRIGUES, José Rubens. Programação para dispositivos móveis. São Paulo: Editora Senac São Paulo, 2022. 1 e-book.</a:t>
            </a: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09771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Bibliografia complementar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GIACOMINI FILHO, Gino. Meio ambiente &amp; consumismo. São Paulo: Editora Senac São Paulo, 2008. 1 e-book.</a:t>
            </a:r>
          </a:p>
          <a:p>
            <a:r>
              <a:rPr lang="pt-BR" sz="2500" dirty="0"/>
              <a:t>LECHETA, Ricardo R. Google </a:t>
            </a:r>
            <a:r>
              <a:rPr lang="pt-BR" sz="2500" dirty="0" err="1"/>
              <a:t>Android</a:t>
            </a:r>
            <a:r>
              <a:rPr lang="pt-BR" sz="2500" dirty="0"/>
              <a:t>: aprenda a criar aplicações para dispositivos com o </a:t>
            </a:r>
            <a:r>
              <a:rPr lang="pt-BR" sz="2500" dirty="0" err="1"/>
              <a:t>Android</a:t>
            </a:r>
            <a:r>
              <a:rPr lang="pt-BR" sz="2500" dirty="0"/>
              <a:t> SDK. 5. ed. São Paulo: </a:t>
            </a:r>
            <a:r>
              <a:rPr lang="pt-BR" sz="2500" dirty="0" err="1"/>
              <a:t>Novatec</a:t>
            </a:r>
            <a:r>
              <a:rPr lang="pt-BR" sz="2500" dirty="0"/>
              <a:t>, 2015. </a:t>
            </a:r>
          </a:p>
          <a:p>
            <a:r>
              <a:rPr lang="pt-BR" sz="2500" dirty="0"/>
              <a:t>LOPES, Sérgio. A Web Mobile: Design responsivo e além para um web </a:t>
            </a:r>
            <a:r>
              <a:rPr lang="pt-BR" sz="2500" dirty="0" err="1"/>
              <a:t>adpatado</a:t>
            </a:r>
            <a:r>
              <a:rPr lang="pt-BR" sz="2500" dirty="0"/>
              <a:t> ao mundo mobile. 2. ed., rev. </a:t>
            </a:r>
            <a:r>
              <a:rPr lang="pt-BR" sz="2500" dirty="0" err="1"/>
              <a:t>ampl</a:t>
            </a:r>
            <a:r>
              <a:rPr lang="pt-BR" sz="2500" dirty="0"/>
              <a:t>. São Paulo: Casa do Código, [2017?]. (Série </a:t>
            </a:r>
            <a:r>
              <a:rPr lang="pt-BR" sz="2500" dirty="0" err="1"/>
              <a:t>Caelum</a:t>
            </a:r>
            <a:r>
              <a:rPr lang="pt-BR" sz="2500" dirty="0"/>
              <a:t>).</a:t>
            </a:r>
          </a:p>
          <a:p>
            <a:r>
              <a:rPr lang="pt-BR" sz="2500" dirty="0"/>
              <a:t>RIBEIRO, Mauricio Andrés. Meio ambiente &amp; evolução humana. São Paulo: Editora Senac São Paulo, 2013. 1 e-book.</a:t>
            </a: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19483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1458</TotalTime>
  <Words>440</Words>
  <Application>Microsoft Office PowerPoint</Application>
  <PresentationFormat>Apresentação na tela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TECNOLOGIAS MÓVEIS E HÍBRIDAS</vt:lpstr>
      <vt:lpstr>Ementa</vt:lpstr>
      <vt:lpstr>Sistema de avaliação</vt:lpstr>
      <vt:lpstr>Conteúdo programático</vt:lpstr>
      <vt:lpstr>Conteúdo programático</vt:lpstr>
      <vt:lpstr>Conteúdo programático</vt:lpstr>
      <vt:lpstr>Bibliografia básica</vt:lpstr>
      <vt:lpstr>Bibliografia complementar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</cp:lastModifiedBy>
  <cp:revision>44</cp:revision>
  <dcterms:created xsi:type="dcterms:W3CDTF">2023-01-24T23:29:32Z</dcterms:created>
  <dcterms:modified xsi:type="dcterms:W3CDTF">2024-07-23T17:57:12Z</dcterms:modified>
</cp:coreProperties>
</file>