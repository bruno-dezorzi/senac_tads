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4" r:id="rId2"/>
    <p:sldId id="259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6" r:id="rId16"/>
    <p:sldId id="285" r:id="rId17"/>
    <p:sldId id="271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034B362D-2363-4EB3-B6DD-930B934A01AF}"/>
    <pc:docChg chg="custSel addSld modSld">
      <pc:chgData name="matheus raffael simon" userId="b81fe4e685964744" providerId="LiveId" clId="{034B362D-2363-4EB3-B6DD-930B934A01AF}" dt="2024-08-27T01:22:44.248" v="88" actId="20577"/>
      <pc:docMkLst>
        <pc:docMk/>
      </pc:docMkLst>
      <pc:sldChg chg="addSp modSp mod">
        <pc:chgData name="matheus raffael simon" userId="b81fe4e685964744" providerId="LiveId" clId="{034B362D-2363-4EB3-B6DD-930B934A01AF}" dt="2024-08-20T20:19:18.025" v="65" actId="14100"/>
        <pc:sldMkLst>
          <pc:docMk/>
          <pc:sldMk cId="2475992146" sldId="283"/>
        </pc:sldMkLst>
        <pc:spChg chg="mod">
          <ac:chgData name="matheus raffael simon" userId="b81fe4e685964744" providerId="LiveId" clId="{034B362D-2363-4EB3-B6DD-930B934A01AF}" dt="2024-08-20T19:53:40.501" v="62" actId="20577"/>
          <ac:spMkLst>
            <pc:docMk/>
            <pc:sldMk cId="2475992146" sldId="283"/>
            <ac:spMk id="3" creationId="{00000000-0000-0000-0000-000000000000}"/>
          </ac:spMkLst>
        </pc:spChg>
        <pc:picChg chg="add mod">
          <ac:chgData name="matheus raffael simon" userId="b81fe4e685964744" providerId="LiveId" clId="{034B362D-2363-4EB3-B6DD-930B934A01AF}" dt="2024-08-20T20:19:18.025" v="65" actId="14100"/>
          <ac:picMkLst>
            <pc:docMk/>
            <pc:sldMk cId="2475992146" sldId="283"/>
            <ac:picMk id="6" creationId="{58BBDDA8-0EA3-6E98-133F-9ECA7D738B57}"/>
          </ac:picMkLst>
        </pc:picChg>
      </pc:sldChg>
      <pc:sldChg chg="modSp add mod">
        <pc:chgData name="matheus raffael simon" userId="b81fe4e685964744" providerId="LiveId" clId="{034B362D-2363-4EB3-B6DD-930B934A01AF}" dt="2024-08-27T01:22:44.248" v="88" actId="20577"/>
        <pc:sldMkLst>
          <pc:docMk/>
          <pc:sldMk cId="2545589786" sldId="285"/>
        </pc:sldMkLst>
        <pc:spChg chg="mod">
          <ac:chgData name="matheus raffael simon" userId="b81fe4e685964744" providerId="LiveId" clId="{034B362D-2363-4EB3-B6DD-930B934A01AF}" dt="2024-08-27T01:22:44.248" v="88" actId="20577"/>
          <ac:spMkLst>
            <pc:docMk/>
            <pc:sldMk cId="2545589786" sldId="285"/>
            <ac:spMk id="3" creationId="{00000000-0000-0000-0000-000000000000}"/>
          </ac:spMkLst>
        </pc:spChg>
      </pc:sldChg>
      <pc:sldChg chg="addSp delSp modSp add mod">
        <pc:chgData name="matheus raffael simon" userId="b81fe4e685964744" providerId="LiveId" clId="{034B362D-2363-4EB3-B6DD-930B934A01AF}" dt="2024-08-20T20:23:20.317" v="70" actId="14100"/>
        <pc:sldMkLst>
          <pc:docMk/>
          <pc:sldMk cId="1138418039" sldId="286"/>
        </pc:sldMkLst>
        <pc:picChg chg="del">
          <ac:chgData name="matheus raffael simon" userId="b81fe4e685964744" providerId="LiveId" clId="{034B362D-2363-4EB3-B6DD-930B934A01AF}" dt="2024-08-20T20:19:22.070" v="67" actId="478"/>
          <ac:picMkLst>
            <pc:docMk/>
            <pc:sldMk cId="1138418039" sldId="286"/>
            <ac:picMk id="6" creationId="{58BBDDA8-0EA3-6E98-133F-9ECA7D738B57}"/>
          </ac:picMkLst>
        </pc:picChg>
        <pc:picChg chg="add mod">
          <ac:chgData name="matheus raffael simon" userId="b81fe4e685964744" providerId="LiveId" clId="{034B362D-2363-4EB3-B6DD-930B934A01AF}" dt="2024-08-20T20:23:20.317" v="70" actId="14100"/>
          <ac:picMkLst>
            <pc:docMk/>
            <pc:sldMk cId="1138418039" sldId="286"/>
            <ac:picMk id="7" creationId="{303DFEF7-C714-F197-0979-ACD11C87B4E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9500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49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108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263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3385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305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483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345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3660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115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202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786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9" y="297480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09"/>
            <a:ext cx="11679810" cy="728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/>
              <a:t>BANCO DE DADOS I</a:t>
            </a:r>
            <a:endParaRPr lang="pt-BR" sz="2800" dirty="0"/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7" y="5142306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2381553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UPDATE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O comando UPDATE possibilita atualizar uma ou mais linhas existentes.</a:t>
            </a:r>
          </a:p>
          <a:p>
            <a:r>
              <a:rPr lang="pt-BR" dirty="0"/>
              <a:t>o A sintaxe de um comando de atualização – UPDATE é composta basicamente por: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721" y="4231046"/>
            <a:ext cx="4374259" cy="13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8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UPDATE - 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Suponha que a tabela “categoria” contenha os seguintes itens adicionados (caso não tenha, insira-os):</a:t>
            </a:r>
          </a:p>
          <a:p>
            <a:r>
              <a:rPr lang="pt-BR" dirty="0"/>
              <a:t>Drama, Comédia, Ficção, Terror, Suspense e Romance.</a:t>
            </a:r>
          </a:p>
          <a:p>
            <a:r>
              <a:rPr lang="pt-BR" dirty="0"/>
              <a:t>Após uma revisão em seus registros, a locadora decidiu manter outras subdivisões da categoria “Comédia”, adicionando, portanto</a:t>
            </a:r>
          </a:p>
          <a:p>
            <a:r>
              <a:rPr lang="pt-BR" dirty="0"/>
              <a:t>Comédia Romântica, Comédia dramática e Comédia de ação.</a:t>
            </a:r>
          </a:p>
          <a:p>
            <a:r>
              <a:rPr lang="pt-BR" dirty="0"/>
              <a:t>Percebendo que os filmes de comédia cadastrados até agora eram todos românticos, a locadora pediu ao administrador do banco de dados que o registro “Comédia” fosse atualizado para “Comédia Romântica” e fossem inseridas as categorias:</a:t>
            </a:r>
          </a:p>
          <a:p>
            <a:r>
              <a:rPr lang="pt-BR" dirty="0"/>
              <a:t>Comédia dramática e Comédia de ação.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939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UPDATE - Exemplo</a:t>
            </a:r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651" y="2261887"/>
            <a:ext cx="8594026" cy="3481966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0964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UPDATE - 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 Insira o país “Mossoró”.</a:t>
            </a:r>
          </a:p>
          <a:p>
            <a:r>
              <a:rPr lang="pt-BR" dirty="0"/>
              <a:t>Altere o campo </a:t>
            </a:r>
            <a:r>
              <a:rPr lang="pt-BR" dirty="0" err="1"/>
              <a:t>pais_id</a:t>
            </a:r>
            <a:r>
              <a:rPr lang="pt-BR" dirty="0"/>
              <a:t> da cidade “Mossoró” para o id do novo país.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343" y="3203953"/>
            <a:ext cx="9813769" cy="301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92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UPDATE - 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Caso a cláusula WHERE seja omitida, todos os registros da tabela serão atualizados.</a:t>
            </a:r>
          </a:p>
          <a:p>
            <a:r>
              <a:rPr lang="pt-BR" dirty="0"/>
              <a:t>Delimitar bem o conjunto de dados afetados é FUNDAMENTAL para evitar inconsistência nos dados.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566" y="3964290"/>
            <a:ext cx="2800762" cy="245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87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DELETE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O comando DELETE possibilita remover uma ou mais linhas existentes em uma tabela.</a:t>
            </a:r>
          </a:p>
          <a:p>
            <a:r>
              <a:rPr lang="pt-BR" dirty="0"/>
              <a:t>A sintaxe de um comando de remoção – DELETE é composta basicamente por:</a:t>
            </a:r>
          </a:p>
          <a:p>
            <a:endParaRPr lang="pt-BR" dirty="0"/>
          </a:p>
          <a:p>
            <a:r>
              <a:rPr lang="pt-BR" dirty="0"/>
              <a:t>DELETE FROM </a:t>
            </a:r>
            <a:r>
              <a:rPr lang="pt-BR" dirty="0" err="1"/>
              <a:t>Tabela_Alvo</a:t>
            </a:r>
            <a:r>
              <a:rPr lang="pt-BR" dirty="0"/>
              <a:t> WHERE &lt;condição&gt;;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457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DELETE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 A loja de DVDs percebeu que as novas categorias tornaram as consultas dos filmes mais complicadas para os clientes e decidiu, portanto, voltar todos os filmes atuais para a categoria comédia:</a:t>
            </a:r>
          </a:p>
          <a:p>
            <a:r>
              <a:rPr lang="pt-BR" dirty="0"/>
              <a:t>1. Verificar os ids das categorias “Comédia %”;</a:t>
            </a:r>
          </a:p>
          <a:p>
            <a:r>
              <a:rPr lang="pt-BR" dirty="0"/>
              <a:t>2. Verificar o id da categoria “Comédia”;</a:t>
            </a:r>
          </a:p>
          <a:p>
            <a:r>
              <a:rPr lang="pt-BR" dirty="0"/>
              <a:t>3. Atualizar os </a:t>
            </a:r>
            <a:r>
              <a:rPr lang="pt-BR" dirty="0" err="1"/>
              <a:t>categoria_id</a:t>
            </a:r>
            <a:r>
              <a:rPr lang="pt-BR" dirty="0"/>
              <a:t> dos filmes pertencentes as categorias “Comédia%” para o id da categoria “Comédia”.</a:t>
            </a:r>
          </a:p>
          <a:p>
            <a:r>
              <a:rPr lang="pt-BR" dirty="0"/>
              <a:t>Apagar as categorias:</a:t>
            </a:r>
          </a:p>
          <a:p>
            <a:r>
              <a:rPr lang="pt-BR" dirty="0"/>
              <a:t> Comédia Romântica, Comédia dramática e Comédia de ação.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7346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DELETE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65" y="2297333"/>
            <a:ext cx="11093236" cy="304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205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DELETE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 A loja de DVDs percebeu que as novas categorias tornaram as consultas dos filmes mais complicadas para os clientes e decidiu, portanto, voltar todos os filmes atuais para a categoria comédia:</a:t>
            </a:r>
          </a:p>
          <a:p>
            <a:r>
              <a:rPr lang="pt-BR" dirty="0"/>
              <a:t>1. Verificar os ids das categorias “Comédia %”;</a:t>
            </a:r>
          </a:p>
          <a:p>
            <a:r>
              <a:rPr lang="pt-BR" dirty="0"/>
              <a:t>2. Verificar o id da categoria “Comédia”;</a:t>
            </a:r>
          </a:p>
          <a:p>
            <a:r>
              <a:rPr lang="pt-BR" dirty="0"/>
              <a:t>3. Atualizar os </a:t>
            </a:r>
            <a:r>
              <a:rPr lang="pt-BR" dirty="0" err="1"/>
              <a:t>categoria_id</a:t>
            </a:r>
            <a:r>
              <a:rPr lang="pt-BR" dirty="0"/>
              <a:t> dos filmes pertencentes as categorias “Comédia%” para o id da categoria “Comédia”.</a:t>
            </a:r>
          </a:p>
          <a:p>
            <a:r>
              <a:rPr lang="pt-BR" dirty="0"/>
              <a:t>Apagar as categorias:</a:t>
            </a:r>
          </a:p>
          <a:p>
            <a:r>
              <a:rPr lang="pt-BR" dirty="0"/>
              <a:t> Comédia Romântica, Comédia dramática e Comédia de ação.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5047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DELETE</a:t>
            </a:r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2493" y="2487049"/>
            <a:ext cx="9405113" cy="2191483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4232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DELETE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Altere o </a:t>
            </a:r>
            <a:r>
              <a:rPr lang="pt-BR" dirty="0" err="1"/>
              <a:t>pais_id</a:t>
            </a:r>
            <a:r>
              <a:rPr lang="pt-BR" dirty="0"/>
              <a:t> da cidade “</a:t>
            </a:r>
            <a:r>
              <a:rPr lang="pt-BR" dirty="0" err="1"/>
              <a:t>Mossoro</a:t>
            </a:r>
            <a:r>
              <a:rPr lang="pt-BR" dirty="0"/>
              <a:t>” para o id do país “Brasil”.</a:t>
            </a:r>
          </a:p>
          <a:p>
            <a:r>
              <a:rPr lang="pt-BR" dirty="0"/>
              <a:t>Apague o país Mossoró.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11" y="3219627"/>
            <a:ext cx="10497289" cy="239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99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COMANDO DELETE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 Caso a cláusula WHERE seja omitida, todos os registros da tabela serão apagados.</a:t>
            </a:r>
          </a:p>
          <a:p>
            <a:r>
              <a:rPr lang="pt-BR" dirty="0"/>
              <a:t>Delimitar bem o conjunto de dados afetados é FUNDAMENTAL para evitar perder seus dados.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566" y="3964290"/>
            <a:ext cx="2800762" cy="245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16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Crie as tabelas a seguir: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8BBDDA8-0EA3-6E98-133F-9ECA7D738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607" y="2436902"/>
            <a:ext cx="7937200" cy="405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992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/>
              <a:t>Crie as tabelas a seguir: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03DFEF7-C714-F197-0979-ACD11C87B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53" y="2932751"/>
            <a:ext cx="9058744" cy="268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18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1. Insira registros de 3 endereços, um com o seu endereço residencial, outro com o endereço do Senac e um terceiro com o endereço do “Shopping” JL:</a:t>
            </a:r>
          </a:p>
          <a:p>
            <a:r>
              <a:rPr lang="pt-BR" dirty="0"/>
              <a:t>2. Insira na tabela loja 3 registros, um para cada endereço.</a:t>
            </a:r>
          </a:p>
          <a:p>
            <a:r>
              <a:rPr lang="pt-BR" dirty="0"/>
              <a:t>3. Insira na tabela CATEGORIA_FILME ligações entre os filmes existentes na tabela FILME com as categorias existentes na tabela CATEGORIA. Caso o filme pertença a uma categoria (aventura, por exemplo) que não esteja cadastrada na tabela, faça a inserção.</a:t>
            </a:r>
          </a:p>
          <a:p>
            <a:r>
              <a:rPr lang="pt-BR" dirty="0"/>
              <a:t>4. Adicione o endereço da câmara municipal de Cascavel.</a:t>
            </a:r>
          </a:p>
          <a:p>
            <a:r>
              <a:rPr lang="pt-BR" dirty="0"/>
              <a:t>5. Remova o endereço do Senac.</a:t>
            </a:r>
          </a:p>
          <a:p>
            <a:r>
              <a:rPr lang="pt-BR" dirty="0"/>
              <a:t>6</a:t>
            </a:r>
            <a:r>
              <a:rPr lang="pt-BR"/>
              <a:t>. </a:t>
            </a:r>
            <a:r>
              <a:rPr lang="pt-BR" dirty="0"/>
              <a:t>Escreva um comando que TENTE remover todos os atores.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5589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REFERÊNCIAS</a:t>
            </a:r>
            <a:br>
              <a:rPr lang="pt-BR" dirty="0"/>
            </a:br>
            <a:r>
              <a:rPr lang="pt-BR" dirty="0"/>
              <a:t>BIBLIOGRÁFICAS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0845"/>
          </a:xfrm>
        </p:spPr>
        <p:txBody>
          <a:bodyPr>
            <a:normAutofit/>
          </a:bodyPr>
          <a:lstStyle/>
          <a:p>
            <a:r>
              <a:rPr lang="pt-BR" dirty="0" err="1"/>
              <a:t>PostgreSQL</a:t>
            </a:r>
            <a:r>
              <a:rPr lang="pt-BR" dirty="0"/>
              <a:t> 9.0.22 </a:t>
            </a:r>
            <a:r>
              <a:rPr lang="pt-BR" dirty="0" err="1"/>
              <a:t>Documentation</a:t>
            </a:r>
            <a:r>
              <a:rPr lang="pt-BR" dirty="0"/>
              <a:t>. Disponível em: &lt;https://www.postgresql.org/files/documentation/pdf/9. 0/postgresql-9.0-US.pdf&gt;. Acesso em 03 Jan. 2024.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4465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1724</TotalTime>
  <Words>699</Words>
  <Application>Microsoft Office PowerPoint</Application>
  <PresentationFormat>Widescreen</PresentationFormat>
  <Paragraphs>60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Tema do Office</vt:lpstr>
      <vt:lpstr>Apresentação do PowerPoint</vt:lpstr>
      <vt:lpstr>COMANDO UPDATE</vt:lpstr>
      <vt:lpstr>COMANDO UPDATE - Exemplo</vt:lpstr>
      <vt:lpstr>COMANDO UPDATE - Exemplo</vt:lpstr>
      <vt:lpstr>COMANDO UPDATE - Exemplo</vt:lpstr>
      <vt:lpstr>COMANDO UPDATE - Exemplo</vt:lpstr>
      <vt:lpstr>COMANDO DELETE</vt:lpstr>
      <vt:lpstr>COMANDO DELETE</vt:lpstr>
      <vt:lpstr>COMANDO DELETE</vt:lpstr>
      <vt:lpstr>COMANDO DELETE</vt:lpstr>
      <vt:lpstr>COMANDO DELETE</vt:lpstr>
      <vt:lpstr>COMANDO DELETE</vt:lpstr>
      <vt:lpstr>COMANDO DELETE</vt:lpstr>
      <vt:lpstr>EXERCÍCIO</vt:lpstr>
      <vt:lpstr>EXERCÍCIO</vt:lpstr>
      <vt:lpstr>EXERCÍCIO</vt:lpstr>
      <vt:lpstr>REFERÊNCIAS BIBLIOGRÁFICAS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Bruno Dezorzi</cp:lastModifiedBy>
  <cp:revision>56</cp:revision>
  <dcterms:created xsi:type="dcterms:W3CDTF">2023-01-24T23:29:32Z</dcterms:created>
  <dcterms:modified xsi:type="dcterms:W3CDTF">2024-08-28T00:08:58Z</dcterms:modified>
</cp:coreProperties>
</file>