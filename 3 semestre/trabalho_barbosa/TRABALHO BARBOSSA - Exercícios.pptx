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94" r:id="rId2"/>
    <p:sldId id="301" r:id="rId3"/>
    <p:sldId id="296" r:id="rId4"/>
    <p:sldId id="295" r:id="rId5"/>
    <p:sldId id="297" r:id="rId6"/>
    <p:sldId id="298" r:id="rId7"/>
    <p:sldId id="299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31440DF9-AAC4-4B77-9CDA-826B9E6AD28A}"/>
    <pc:docChg chg="custSel modSld">
      <pc:chgData name="matheus raffael simon" userId="b81fe4e685964744" providerId="LiveId" clId="{31440DF9-AAC4-4B77-9CDA-826B9E6AD28A}" dt="2024-10-29T22:18:51.436" v="105" actId="20577"/>
      <pc:docMkLst>
        <pc:docMk/>
      </pc:docMkLst>
      <pc:sldChg chg="modSp mod">
        <pc:chgData name="matheus raffael simon" userId="b81fe4e685964744" providerId="LiveId" clId="{31440DF9-AAC4-4B77-9CDA-826B9E6AD28A}" dt="2024-10-29T22:18:51.436" v="105" actId="20577"/>
        <pc:sldMkLst>
          <pc:docMk/>
          <pc:sldMk cId="3859660939" sldId="299"/>
        </pc:sldMkLst>
        <pc:spChg chg="mod">
          <ac:chgData name="matheus raffael simon" userId="b81fe4e685964744" providerId="LiveId" clId="{31440DF9-AAC4-4B77-9CDA-826B9E6AD28A}" dt="2024-10-29T22:18:51.436" v="105" actId="20577"/>
          <ac:spMkLst>
            <pc:docMk/>
            <pc:sldMk cId="3859660939" sldId="299"/>
            <ac:spMk id="3" creationId="{00000000-0000-0000-0000-000000000000}"/>
          </ac:spMkLst>
        </pc:spChg>
      </pc:sldChg>
      <pc:sldChg chg="modSp mod">
        <pc:chgData name="matheus raffael simon" userId="b81fe4e685964744" providerId="LiveId" clId="{31440DF9-AAC4-4B77-9CDA-826B9E6AD28A}" dt="2024-10-29T22:17:51.784" v="1" actId="33524"/>
        <pc:sldMkLst>
          <pc:docMk/>
          <pc:sldMk cId="4160185265" sldId="301"/>
        </pc:sldMkLst>
        <pc:spChg chg="mod">
          <ac:chgData name="matheus raffael simon" userId="b81fe4e685964744" providerId="LiveId" clId="{31440DF9-AAC4-4B77-9CDA-826B9E6AD28A}" dt="2024-10-29T22:17:51.784" v="1" actId="33524"/>
          <ac:spMkLst>
            <pc:docMk/>
            <pc:sldMk cId="4160185265" sldId="30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29/10/2024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50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29/10/2024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49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29/10/2024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08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29/10/2024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263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29/10/2024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338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29/10/2024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0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29/10/2024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4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29/10/2024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4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29/10/2024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366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29/10/2024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15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29/10/2024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0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29/10/2024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786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30" y="297482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10"/>
            <a:ext cx="11679811" cy="7286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dirty="0"/>
              <a:t>TRABALHO PIRATA BARBOSSA</a:t>
            </a: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8" y="5142307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546973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Os exercícios abaixo devem ser criados utilizando JOINS</a:t>
            </a:r>
          </a:p>
          <a:p>
            <a:r>
              <a:rPr lang="pt-BR" dirty="0"/>
              <a:t>1 – Crie uma query para retornar todas as informações de usuários do sistema. O retorno deverá ser o nome do usuário, e-mail, seu logradouro, número, cep e complemento, e por último mais não menos importante, seu número de telefone. Se o usuário não possuir um telefone ou endereço cadastrado, deverá ser </a:t>
            </a:r>
            <a:r>
              <a:rPr lang="pt-BR" dirty="0" err="1"/>
              <a:t>null</a:t>
            </a:r>
            <a:r>
              <a:rPr lang="pt-BR" dirty="0"/>
              <a:t> a informação.</a:t>
            </a:r>
          </a:p>
          <a:p>
            <a:r>
              <a:rPr lang="pt-BR" dirty="0"/>
              <a:t>2 – Crie uma </a:t>
            </a:r>
            <a:r>
              <a:rPr lang="pt-BR" dirty="0" err="1"/>
              <a:t>querry</a:t>
            </a:r>
            <a:r>
              <a:rPr lang="pt-BR" dirty="0"/>
              <a:t> semelhante para Parceiro, porém trazendo o nome fantasia do parteiro, acrescido do nome da cidade desse parceiro, o nome do estado e a sua sigla e o nome do pais e sua sigla.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185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3 – Crie uma query para trazer todas as tabelas de preço ativas, que estão vigentes e que possua algum produto associado a tal tabela e que este produto tenha um peso maior que X e que tenha sido utilizado em um pedido para o parceiro X.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510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92500"/>
          </a:bodyPr>
          <a:lstStyle/>
          <a:p>
            <a:r>
              <a:rPr lang="pt-BR" dirty="0"/>
              <a:t>4 – Juquinha ingressou em uma nova aventura, agora trabalha como DBA na </a:t>
            </a:r>
            <a:r>
              <a:rPr lang="pt-PT" dirty="0"/>
              <a:t>Vault-Tech. Na sua primeira semana na empresa recebeu uma missão de criar um BI na empresa para que os gestores pudessem acompanhar as vendas da empresa. O BI deverá conter as informações abaixo:</a:t>
            </a:r>
          </a:p>
          <a:p>
            <a:r>
              <a:rPr lang="pt-PT" dirty="0"/>
              <a:t>Número do pedido; data do pedido; valor total; quantidade de produtos; nome do parceiro; nome fantasia do parcerio; nome do usuário; e-mail do usuário; nome da tabela de preço; nome da condição de pagamento; nome do produto; código do produto; valor de venda do produto; nome do pais do pedido; sigla do estado; telefone do parceiro. </a:t>
            </a:r>
          </a:p>
          <a:p>
            <a:r>
              <a:rPr lang="pt-PT" dirty="0"/>
              <a:t>Como Juquinha deve mostrar serviço nesse primeiro serviço ele deverá criar novos inserts para ter no minimo três registros no seu BI caso não tenha dados no banco de dados.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994" y="-78304"/>
            <a:ext cx="3072807" cy="221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8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5 – Juquinha está trabalhando na empresa </a:t>
            </a:r>
            <a:r>
              <a:rPr lang="pt-BR" dirty="0" err="1"/>
              <a:t>Umbrella</a:t>
            </a:r>
            <a:r>
              <a:rPr lang="pt-BR" dirty="0"/>
              <a:t> Corporation no setor de TI. Existe um chamado que foi enviado para Juquinha que a equipe de venda solicita a criação de uma nova tabela no banco de dados. Tal tabela deverá abrigar as informações de nota fiscal. A tabela de nota fiscal deverá se relacionar com a pedido, parceiro e endereço. Deverá conter as seguintes informações: Número da NF; chave de acesso; data de emissão; valor total; valor do </a:t>
            </a:r>
            <a:r>
              <a:rPr lang="pt-BR" dirty="0" err="1"/>
              <a:t>icms</a:t>
            </a:r>
            <a:r>
              <a:rPr lang="pt-BR" dirty="0"/>
              <a:t>; base do cálculo do </a:t>
            </a:r>
            <a:r>
              <a:rPr lang="pt-BR" dirty="0" err="1"/>
              <a:t>icms</a:t>
            </a:r>
            <a:r>
              <a:rPr lang="pt-BR" dirty="0"/>
              <a:t>; valor do </a:t>
            </a:r>
            <a:r>
              <a:rPr lang="pt-BR" dirty="0" err="1"/>
              <a:t>pis</a:t>
            </a:r>
            <a:r>
              <a:rPr lang="pt-BR" dirty="0"/>
              <a:t>, valor do confins; nome da transportadora; </a:t>
            </a:r>
            <a:r>
              <a:rPr lang="pt-BR" dirty="0" err="1"/>
              <a:t>cnpj</a:t>
            </a:r>
            <a:r>
              <a:rPr lang="pt-BR" dirty="0"/>
              <a:t> da transportadora; telefone da transportadora; endereço da transportadora. Juquinha pediu ajuda para Jaiminho, seu encarregado, e ele deu uma dica para Juquinha, para ele criar uma tabela para a transportadora e relacionar os endereços e telefones as tabelas existentes.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493" y="188536"/>
            <a:ext cx="3343432" cy="188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69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5 – Crie os comandos </a:t>
            </a:r>
            <a:r>
              <a:rPr lang="pt-BR" dirty="0" err="1"/>
              <a:t>sql</a:t>
            </a:r>
            <a:r>
              <a:rPr lang="pt-BR" dirty="0"/>
              <a:t> para criar toda a estrutura necessária, toda a DDL incluindo as alterações nas tabelas existentes. Também deverá ser criado 5 registros completos para transportadoras, com seus telefones e endereços vinculados e 15 registros para as notas ficais.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493" y="188536"/>
            <a:ext cx="3343432" cy="188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2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097" y="365127"/>
            <a:ext cx="6806741" cy="1325563"/>
          </a:xfrm>
        </p:spPr>
        <p:txBody>
          <a:bodyPr/>
          <a:lstStyle/>
          <a:p>
            <a:pPr algn="ctr"/>
            <a:r>
              <a:rPr lang="pt-BR" dirty="0"/>
              <a:t>Entrega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A entrega será dia 11/11/24.</a:t>
            </a:r>
          </a:p>
          <a:p>
            <a:r>
              <a:rPr lang="pt-BR" dirty="0"/>
              <a:t>Durante a aula. </a:t>
            </a:r>
          </a:p>
          <a:p>
            <a:r>
              <a:rPr lang="pt-BR" dirty="0"/>
              <a:t>Cada pergunta deverá ser entregue em um .</a:t>
            </a:r>
            <a:r>
              <a:rPr lang="pt-BR" dirty="0" err="1"/>
              <a:t>txt</a:t>
            </a:r>
            <a:r>
              <a:rPr lang="pt-BR" dirty="0"/>
              <a:t> distinto, renomeado com seu nome e o número da questão. Por exemplo “matheussimon3.txt”. Também deverá ter um .</a:t>
            </a:r>
            <a:r>
              <a:rPr lang="pt-BR" dirty="0" err="1"/>
              <a:t>txt</a:t>
            </a:r>
            <a:r>
              <a:rPr lang="pt-BR" dirty="0"/>
              <a:t> com a estrutura do banco (script de criação das tabelas e </a:t>
            </a:r>
            <a:r>
              <a:rPr lang="pt-BR" dirty="0" err="1"/>
              <a:t>inserts</a:t>
            </a:r>
            <a:r>
              <a:rPr lang="pt-BR"/>
              <a:t>).</a:t>
            </a:r>
            <a:endParaRPr lang="pt-BR" dirty="0"/>
          </a:p>
          <a:p>
            <a:r>
              <a:rPr lang="pt-BR" dirty="0"/>
              <a:t>Deverá ser entregue apenas as </a:t>
            </a:r>
            <a:r>
              <a:rPr lang="pt-BR" dirty="0" err="1"/>
              <a:t>querys</a:t>
            </a:r>
            <a:r>
              <a:rPr lang="pt-BR" dirty="0"/>
              <a:t> solicitadas, não será aceito backup do banco de dados ou scripts de criação automática da estrutura do banco.</a:t>
            </a:r>
          </a:p>
          <a:p>
            <a:r>
              <a:rPr lang="pt-BR" dirty="0"/>
              <a:t>Vale 2 pontos.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838" y="260809"/>
            <a:ext cx="47625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60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2321</TotalTime>
  <Words>630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Apresentação do PowerPoint</vt:lpstr>
      <vt:lpstr>Exercícios</vt:lpstr>
      <vt:lpstr>Exercícios</vt:lpstr>
      <vt:lpstr>Exercícios</vt:lpstr>
      <vt:lpstr>Exercícios</vt:lpstr>
      <vt:lpstr>Exercícios</vt:lpstr>
      <vt:lpstr>Entrega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92</cp:revision>
  <dcterms:created xsi:type="dcterms:W3CDTF">2023-01-24T23:29:32Z</dcterms:created>
  <dcterms:modified xsi:type="dcterms:W3CDTF">2024-10-29T22:18:54Z</dcterms:modified>
</cp:coreProperties>
</file>