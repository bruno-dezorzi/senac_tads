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4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1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87699894-F3CD-42C1-A6B8-7EF7F76F0AC4}"/>
    <pc:docChg chg="custSel delSld modSld">
      <pc:chgData name="matheus raffael simon" userId="b81fe4e685964744" providerId="LiveId" clId="{87699894-F3CD-42C1-A6B8-7EF7F76F0AC4}" dt="2024-11-05T18:38:06.157" v="144" actId="20577"/>
      <pc:docMkLst>
        <pc:docMk/>
      </pc:docMkLst>
      <pc:sldChg chg="modSp mod">
        <pc:chgData name="matheus raffael simon" userId="b81fe4e685964744" providerId="LiveId" clId="{87699894-F3CD-42C1-A6B8-7EF7F76F0AC4}" dt="2024-11-05T18:38:06.157" v="144" actId="20577"/>
        <pc:sldMkLst>
          <pc:docMk/>
          <pc:sldMk cId="4160185265" sldId="301"/>
        </pc:sldMkLst>
        <pc:spChg chg="mod">
          <ac:chgData name="matheus raffael simon" userId="b81fe4e685964744" providerId="LiveId" clId="{87699894-F3CD-42C1-A6B8-7EF7F76F0AC4}" dt="2024-11-05T18:38:06.157" v="144" actId="20577"/>
          <ac:spMkLst>
            <pc:docMk/>
            <pc:sldMk cId="4160185265" sldId="301"/>
            <ac:spMk id="3" creationId="{00000000-0000-0000-0000-000000000000}"/>
          </ac:spMkLst>
        </pc:spChg>
      </pc:sldChg>
      <pc:sldChg chg="modSp mod">
        <pc:chgData name="matheus raffael simon" userId="b81fe4e685964744" providerId="LiveId" clId="{87699894-F3CD-42C1-A6B8-7EF7F76F0AC4}" dt="2024-11-05T18:31:27.730" v="0" actId="33524"/>
        <pc:sldMkLst>
          <pc:docMk/>
          <pc:sldMk cId="3126662942" sldId="306"/>
        </pc:sldMkLst>
        <pc:spChg chg="mod">
          <ac:chgData name="matheus raffael simon" userId="b81fe4e685964744" providerId="LiveId" clId="{87699894-F3CD-42C1-A6B8-7EF7F76F0AC4}" dt="2024-11-05T18:31:27.730" v="0" actId="33524"/>
          <ac:spMkLst>
            <pc:docMk/>
            <pc:sldMk cId="3126662942" sldId="306"/>
            <ac:spMk id="3" creationId="{00000000-0000-0000-0000-000000000000}"/>
          </ac:spMkLst>
        </pc:spChg>
      </pc:sldChg>
      <pc:sldChg chg="modSp mod">
        <pc:chgData name="matheus raffael simon" userId="b81fe4e685964744" providerId="LiveId" clId="{87699894-F3CD-42C1-A6B8-7EF7F76F0AC4}" dt="2024-11-05T18:33:27.912" v="114" actId="33524"/>
        <pc:sldMkLst>
          <pc:docMk/>
          <pc:sldMk cId="317429393" sldId="308"/>
        </pc:sldMkLst>
        <pc:spChg chg="mod">
          <ac:chgData name="matheus raffael simon" userId="b81fe4e685964744" providerId="LiveId" clId="{87699894-F3CD-42C1-A6B8-7EF7F76F0AC4}" dt="2024-11-05T18:33:27.912" v="114" actId="33524"/>
          <ac:spMkLst>
            <pc:docMk/>
            <pc:sldMk cId="317429393" sldId="308"/>
            <ac:spMk id="3" creationId="{00000000-0000-0000-0000-000000000000}"/>
          </ac:spMkLst>
        </pc:spChg>
      </pc:sldChg>
      <pc:sldChg chg="modSp del mod">
        <pc:chgData name="matheus raffael simon" userId="b81fe4e685964744" providerId="LiveId" clId="{87699894-F3CD-42C1-A6B8-7EF7F76F0AC4}" dt="2024-11-05T18:36:50.684" v="115" actId="47"/>
        <pc:sldMkLst>
          <pc:docMk/>
          <pc:sldMk cId="1247691964" sldId="309"/>
        </pc:sldMkLst>
        <pc:spChg chg="mod">
          <ac:chgData name="matheus raffael simon" userId="b81fe4e685964744" providerId="LiveId" clId="{87699894-F3CD-42C1-A6B8-7EF7F76F0AC4}" dt="2024-11-05T18:33:19.833" v="111" actId="21"/>
          <ac:spMkLst>
            <pc:docMk/>
            <pc:sldMk cId="1247691964" sldId="30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05/11/2024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us.simon@docente.pr.senac.b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30" y="297482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10"/>
            <a:ext cx="11679811" cy="728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TRABALHO PIRATA BARBA NEGRA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8" y="5142307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46973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2488" y="365127"/>
            <a:ext cx="4619134" cy="5517199"/>
          </a:xfrm>
        </p:spPr>
        <p:txBody>
          <a:bodyPr>
            <a:normAutofit/>
          </a:bodyPr>
          <a:lstStyle/>
          <a:p>
            <a:pPr algn="ctr"/>
            <a:r>
              <a:rPr lang="pt-BR" sz="5000" dirty="0">
                <a:latin typeface="Caribbean" panose="02000503020000020003" pitchFamily="2" charset="0"/>
              </a:rPr>
              <a:t>A Biblioteca pirata do Barba Negra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713" y="4713"/>
            <a:ext cx="6853287" cy="6853287"/>
          </a:xfrm>
        </p:spPr>
      </p:pic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14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 Biblioteca pirata do Barba Negra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Barba Negra é um pirata consciente, faz saques e aterroriza os setes mares, porém é muito ligado na educação, força seus marujos a lerem livros durante seus deslocamentos em alto mar.</a:t>
            </a:r>
          </a:p>
          <a:p>
            <a:r>
              <a:rPr lang="pt-BR" dirty="0"/>
              <a:t>Certa vez, após encontrar um grande tesouro decidiu fazer uma biblioteca onde todos os marujos da região pudessem estudar.</a:t>
            </a:r>
          </a:p>
          <a:p>
            <a:r>
              <a:rPr lang="pt-BR" dirty="0"/>
              <a:t>Escolheu um local perfeito, a beira do mar, e construiu uma biblioteca dentro do barco do antigo pirata Bartolomeu </a:t>
            </a:r>
            <a:r>
              <a:rPr lang="pt-BR" dirty="0" err="1"/>
              <a:t>Krauty</a:t>
            </a:r>
            <a:r>
              <a:rPr lang="pt-BR" dirty="0"/>
              <a:t>.</a:t>
            </a:r>
          </a:p>
          <a:p>
            <a:r>
              <a:rPr lang="pt-BR" dirty="0"/>
              <a:t>Devido ao sucesso imediato, e as grandes demandas da biblioteca, Barba Negra resolveu automatizar sua biblioteca com um sistema de gerenciamento.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4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098" y="365127"/>
            <a:ext cx="5071622" cy="6271345"/>
          </a:xfrm>
        </p:spPr>
        <p:txBody>
          <a:bodyPr/>
          <a:lstStyle/>
          <a:p>
            <a:pPr algn="ctr"/>
            <a:r>
              <a:rPr lang="pt-BR" dirty="0">
                <a:latin typeface="Caribbean" panose="02000503020000020003" pitchFamily="2" charset="0"/>
              </a:rPr>
              <a:t>Requisitos técnicos.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719" y="-13795"/>
            <a:ext cx="6875282" cy="6875282"/>
          </a:xfrm>
        </p:spPr>
      </p:pic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42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Como a biblioteca funciona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 biblioteca possui algumas demandas para emprestar os livros para os marujos. Primeiro cada marujo, internamente chamado de usuário, deverá se cadastrar, no cadastro deverá conter um número de matricula único, o nome, e-mail, endereço (neste caso poderá ser mais que um) e telefone (também poderá haver mais que um). O usuário poderá efetuar empréstimos.</a:t>
            </a:r>
          </a:p>
          <a:p>
            <a:r>
              <a:rPr lang="pt-BR" dirty="0"/>
              <a:t>O telefone deverá ter algumas informações básicas como o DDD e o número. Já o endereço é peculiar, quando o marujo possui um local fixo deverá ser informado a rua, o número, bairro e complemento, porém o marujo pode morar numa ilha, dessa forma as informações anteriores não são preenchidas e é colocado a descrição da ilha e a localização GPS desta.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515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Como a biblioteca funciona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Os empréstimos deverão possuir um número único, a data e hora, além das informações de quem emprestou e qual livro foi pego. Um empréstimo poderá conter mais que um livro e um livro poderá ser emprestado várias vezes.</a:t>
            </a:r>
          </a:p>
          <a:p>
            <a:r>
              <a:rPr lang="pt-BR" dirty="0"/>
              <a:t>O livro possui um código, um título e um autor apenas e os livros pertencem a uma sessão, que é o local onde o livro ficará guardado na biblioteca.</a:t>
            </a:r>
          </a:p>
          <a:p>
            <a:r>
              <a:rPr lang="pt-BR" dirty="0"/>
              <a:t>A sessão é uma estante, cada sessão é única e possui um código, uma descrição e a sua localização.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66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Pagamento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Para realizar tal automatização, Barba Negra procurou a Companhia das Índias Orientais para o serviço. </a:t>
            </a:r>
          </a:p>
          <a:p>
            <a:r>
              <a:rPr lang="pt-BR" dirty="0"/>
              <a:t>Barba Negra ofereceu 100 de ouro para que o trabalho seja realizado.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28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Descrição Técnica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Para esse trabalho será necessário:</a:t>
            </a:r>
          </a:p>
          <a:p>
            <a:r>
              <a:rPr lang="pt-BR" dirty="0"/>
              <a:t>Criar um DER completo.</a:t>
            </a:r>
          </a:p>
          <a:p>
            <a:r>
              <a:rPr lang="pt-BR" dirty="0"/>
              <a:t>Popular as tabelas com dados, não há valores mínimos, porém seja coerente.</a:t>
            </a:r>
          </a:p>
          <a:p>
            <a:r>
              <a:rPr lang="pt-BR" dirty="0"/>
              <a:t>Fazer um BI para acompanhar os empréstimos (deverá aparecer o nome do usuário, código do usuário, o título do livro, o código do livro, a descrição da sessão e o código da sessão). OBS: um empréstimo vigente tem a data de devolução vazia, se existir um dado, o empréstimo já foi devolvido.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29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4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Trabalho Barba Negra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Trabalho Individual.</a:t>
            </a:r>
          </a:p>
          <a:p>
            <a:r>
              <a:rPr lang="pt-BR" dirty="0"/>
              <a:t>Valerá 1 pontos.</a:t>
            </a:r>
          </a:p>
          <a:p>
            <a:r>
              <a:rPr lang="pt-BR" dirty="0"/>
              <a:t>Deverá até o dia 19/11.</a:t>
            </a:r>
          </a:p>
          <a:p>
            <a:r>
              <a:rPr lang="pt-BR" dirty="0"/>
              <a:t>Entregar via e-mail: </a:t>
            </a:r>
            <a:r>
              <a:rPr lang="pt-BR" dirty="0">
                <a:hlinkClick r:id="rId2"/>
              </a:rPr>
              <a:t>Matheus.simon@docente.pr.senac.br</a:t>
            </a:r>
            <a:endParaRPr lang="pt-BR" dirty="0"/>
          </a:p>
          <a:p>
            <a:r>
              <a:rPr lang="pt-BR" dirty="0"/>
              <a:t>Com o assunto: Trab_barba_negra_19_11_t2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7"/>
            <a:ext cx="11679811" cy="644793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1852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2418</TotalTime>
  <Words>541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Caribbean</vt:lpstr>
      <vt:lpstr>Tema do Office</vt:lpstr>
      <vt:lpstr>Apresentação do PowerPoint</vt:lpstr>
      <vt:lpstr>A Biblioteca pirata do Barba Negra</vt:lpstr>
      <vt:lpstr>A Biblioteca pirata do Barba Negra</vt:lpstr>
      <vt:lpstr>Requisitos técnicos.</vt:lpstr>
      <vt:lpstr>Como a biblioteca funciona</vt:lpstr>
      <vt:lpstr>Como a biblioteca funciona</vt:lpstr>
      <vt:lpstr>Pagamento</vt:lpstr>
      <vt:lpstr>Descrição Técnica </vt:lpstr>
      <vt:lpstr>Trabalho Barba Negra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103</cp:revision>
  <dcterms:created xsi:type="dcterms:W3CDTF">2023-01-24T23:29:32Z</dcterms:created>
  <dcterms:modified xsi:type="dcterms:W3CDTF">2024-11-05T18:38:12Z</dcterms:modified>
</cp:coreProperties>
</file>