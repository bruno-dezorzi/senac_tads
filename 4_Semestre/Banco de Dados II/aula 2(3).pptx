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22/07/2024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9D32F93-50AC-4C46-A5DB-291C60DDB7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 smtClean="0"/>
              <a:t>BANCO DE DADOS II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 smtClean="0"/>
              <a:t>TECNOLOGIA EM ANÁLISE E DESENVOLVIMENTO DE SISTEMAS</a:t>
            </a:r>
            <a:endParaRPr lang="pt-BR" sz="3900" dirty="0"/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Relembrando... 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 smtClean="0"/>
              <a:t>DML</a:t>
            </a:r>
          </a:p>
          <a:p>
            <a:r>
              <a:rPr lang="pt-BR" sz="2500" dirty="0" smtClean="0"/>
              <a:t>DDL</a:t>
            </a:r>
          </a:p>
          <a:p>
            <a:r>
              <a:rPr lang="pt-BR" sz="2500" dirty="0" smtClean="0"/>
              <a:t>DQL</a:t>
            </a:r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Novidades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TCL (</a:t>
            </a:r>
            <a:r>
              <a:rPr lang="pt-BR" sz="2500" dirty="0" err="1"/>
              <a:t>Transaction</a:t>
            </a:r>
            <a:r>
              <a:rPr lang="pt-BR" sz="2500" dirty="0"/>
              <a:t> </a:t>
            </a:r>
            <a:r>
              <a:rPr lang="pt-BR" sz="2500" dirty="0" err="1"/>
              <a:t>Control</a:t>
            </a:r>
            <a:r>
              <a:rPr lang="pt-BR" sz="2500" dirty="0"/>
              <a:t> </a:t>
            </a:r>
            <a:r>
              <a:rPr lang="pt-BR" sz="2500" dirty="0" err="1"/>
              <a:t>Language</a:t>
            </a:r>
            <a:r>
              <a:rPr lang="pt-BR" sz="2500" dirty="0" smtClean="0"/>
              <a:t>)</a:t>
            </a:r>
            <a:endParaRPr lang="pt-BR" sz="2500" dirty="0"/>
          </a:p>
          <a:p>
            <a:r>
              <a:rPr lang="pt-BR" sz="2500" dirty="0"/>
              <a:t>TCL, ou Linguagem de Controle de Transações, é uma subcategoria de comandos SQL que lida com a gestão das transações em um banco de dados. </a:t>
            </a:r>
            <a:endParaRPr lang="pt-BR" sz="2500" dirty="0" smtClean="0"/>
          </a:p>
          <a:p>
            <a:r>
              <a:rPr lang="pt-BR" sz="2500" dirty="0" smtClean="0"/>
              <a:t>Transações </a:t>
            </a:r>
            <a:r>
              <a:rPr lang="pt-BR" sz="2500" dirty="0"/>
              <a:t>são sequências de operações realizadas como uma única unidade de trabalho, que devem ser concluídas integralmente para garantir a consistência do banco de dados. </a:t>
            </a:r>
            <a:endParaRPr lang="pt-BR" sz="2500" dirty="0" smtClean="0"/>
          </a:p>
          <a:p>
            <a:r>
              <a:rPr lang="pt-BR" sz="2500" dirty="0" smtClean="0"/>
              <a:t>Os </a:t>
            </a:r>
            <a:r>
              <a:rPr lang="pt-BR" sz="2500" dirty="0"/>
              <a:t>comandos TCL permitem controlar as transações, garantindo que as alterações feitas no banco de dados sejam permanentes ou revertidas em caso de erro</a:t>
            </a:r>
            <a:r>
              <a:rPr lang="pt-BR" sz="2500" dirty="0" smtClean="0"/>
              <a:t>.</a:t>
            </a:r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57461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Novidades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2000" b="1" dirty="0"/>
              <a:t>Comandos TCL:</a:t>
            </a:r>
          </a:p>
          <a:p>
            <a:r>
              <a:rPr lang="pt-BR" sz="2000" b="1" dirty="0"/>
              <a:t>COMMIT</a:t>
            </a:r>
            <a:r>
              <a:rPr lang="pt-BR" sz="2000" dirty="0"/>
              <a:t>: Confirma todas as alterações feitas na transação atual, tornando-as permanentes no banco de dados.</a:t>
            </a:r>
          </a:p>
          <a:p>
            <a:r>
              <a:rPr lang="pt-BR" sz="2000" b="1" dirty="0"/>
              <a:t>ROLLBACK</a:t>
            </a:r>
            <a:r>
              <a:rPr lang="pt-BR" sz="2000" dirty="0"/>
              <a:t>: Reverte todas as alterações feitas na transação atual, retornando o banco de dados ao estado anterior ao início da transação.</a:t>
            </a:r>
          </a:p>
          <a:p>
            <a:r>
              <a:rPr lang="pt-BR" sz="2000" b="1" dirty="0"/>
              <a:t>SAVEPOINT</a:t>
            </a:r>
            <a:r>
              <a:rPr lang="pt-BR" sz="2000" dirty="0"/>
              <a:t>: Cria um ponto de salvamento dentro de uma transação, permitindo que parte da transação possa ser revertida.</a:t>
            </a:r>
          </a:p>
          <a:p>
            <a:r>
              <a:rPr lang="pt-BR" sz="2000" b="1" dirty="0"/>
              <a:t>SET TRANSACTION</a:t>
            </a:r>
            <a:r>
              <a:rPr lang="pt-BR" sz="2000" dirty="0"/>
              <a:t>: Define as propriedades da transação, como o nível de isolamento.</a:t>
            </a:r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25088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Novidades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000" b="1" dirty="0"/>
              <a:t>DCL (Data </a:t>
            </a:r>
            <a:r>
              <a:rPr lang="pt-BR" sz="2000" b="1" dirty="0" err="1"/>
              <a:t>Control</a:t>
            </a:r>
            <a:r>
              <a:rPr lang="pt-BR" sz="2000" b="1" dirty="0"/>
              <a:t> </a:t>
            </a:r>
            <a:r>
              <a:rPr lang="pt-BR" sz="2000" b="1" dirty="0" err="1"/>
              <a:t>Language</a:t>
            </a:r>
            <a:r>
              <a:rPr lang="pt-BR" sz="2000" b="1" dirty="0"/>
              <a:t>)</a:t>
            </a:r>
          </a:p>
          <a:p>
            <a:r>
              <a:rPr lang="pt-BR" sz="2000" dirty="0"/>
              <a:t>DCL, ou Linguagem de Controle de Dados, é uma subcategoria de comandos SQL que trata da concessão e revogação de permissões aos usuários do banco de dados. Estes comandos são utilizados para controlar o acesso aos dados e definir quem pode executar quais ações no banco de dados, assegurando a segurança e integridade das informações.</a:t>
            </a:r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87049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Novidades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000" b="1" dirty="0"/>
              <a:t>Comandos DCL:</a:t>
            </a:r>
          </a:p>
          <a:p>
            <a:r>
              <a:rPr lang="pt-BR" sz="2000" b="1" dirty="0"/>
              <a:t>GRANT</a:t>
            </a:r>
            <a:r>
              <a:rPr lang="pt-BR" sz="2000" dirty="0"/>
              <a:t>: Concede permissões específicas a um usuário ou grupo de usuários, permitindo que eles realizem determinadas operações no banco de dados.</a:t>
            </a:r>
          </a:p>
          <a:p>
            <a:r>
              <a:rPr lang="pt-BR" sz="2000" b="1" dirty="0"/>
              <a:t>REVOKE</a:t>
            </a:r>
            <a:r>
              <a:rPr lang="pt-BR" sz="2000" dirty="0"/>
              <a:t>: Revoga permissões anteriormente concedidas a um usuário ou grupo de usuários, removendo suas capacidades de realizar determinadas operações no banco de dados.</a:t>
            </a:r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83869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Mão na massa! </a:t>
            </a:r>
            <a:r>
              <a:rPr lang="pt-BR" sz="3000" dirty="0" smtClean="0"/>
              <a:t>Fazer sem a utilização do </a:t>
            </a:r>
            <a:r>
              <a:rPr lang="pt-BR" sz="3000" dirty="0" err="1" smtClean="0"/>
              <a:t>GPTzão</a:t>
            </a:r>
            <a:r>
              <a:rPr lang="pt-BR" sz="3000" dirty="0" smtClean="0"/>
              <a:t> </a:t>
            </a:r>
            <a:r>
              <a:rPr lang="pt-BR" sz="1800" dirty="0" smtClean="0"/>
              <a:t>da massa</a:t>
            </a:r>
            <a:endParaRPr lang="pt-BR" sz="1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556769"/>
            <a:ext cx="7239037" cy="3674388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000" dirty="0" smtClean="0"/>
              <a:t>Crie um banco de dados chamado “</a:t>
            </a:r>
            <a:r>
              <a:rPr lang="pt-BR" sz="2000" dirty="0" err="1" smtClean="0"/>
              <a:t>segunda_parte</a:t>
            </a:r>
            <a:r>
              <a:rPr lang="pt-BR" sz="2000" dirty="0" smtClean="0"/>
              <a:t>”</a:t>
            </a:r>
          </a:p>
          <a:p>
            <a:r>
              <a:rPr lang="pt-BR" sz="2000" dirty="0" smtClean="0"/>
              <a:t>Crie uma tabela com os campos nome, idade, </a:t>
            </a:r>
            <a:r>
              <a:rPr lang="pt-BR" sz="2000" dirty="0" err="1" smtClean="0"/>
              <a:t>data_nascimento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Adicione a coluna “</a:t>
            </a:r>
            <a:r>
              <a:rPr lang="pt-BR" sz="2000" dirty="0" err="1" smtClean="0"/>
              <a:t>cnpj</a:t>
            </a:r>
            <a:r>
              <a:rPr lang="pt-BR" sz="2000" dirty="0" smtClean="0"/>
              <a:t>”.</a:t>
            </a:r>
          </a:p>
          <a:p>
            <a:r>
              <a:rPr lang="pt-BR" sz="2000" dirty="0" smtClean="0"/>
              <a:t>Retire a coluna “</a:t>
            </a:r>
            <a:r>
              <a:rPr lang="pt-BR" sz="2000" dirty="0" err="1" smtClean="0"/>
              <a:t>cnpj</a:t>
            </a:r>
            <a:r>
              <a:rPr lang="pt-BR" sz="2000" dirty="0" smtClean="0"/>
              <a:t>”</a:t>
            </a:r>
          </a:p>
          <a:p>
            <a:r>
              <a:rPr lang="pt-BR" sz="2000" dirty="0" smtClean="0"/>
              <a:t>Insira 5 cadastros.</a:t>
            </a:r>
          </a:p>
          <a:p>
            <a:r>
              <a:rPr lang="pt-BR" sz="2000" dirty="0" smtClean="0"/>
              <a:t>Selecione os cadastros por ordem decrescente da idade.</a:t>
            </a:r>
          </a:p>
          <a:p>
            <a:r>
              <a:rPr lang="pt-BR" sz="2000" dirty="0" smtClean="0"/>
              <a:t>Delete o cadastro com a idade maior.</a:t>
            </a:r>
          </a:p>
          <a:p>
            <a:r>
              <a:rPr lang="pt-BR" sz="2000" dirty="0" smtClean="0"/>
              <a:t>Atualize um registro para colocar o nome de “Juquinha Irineu Percival”.</a:t>
            </a:r>
          </a:p>
          <a:p>
            <a:r>
              <a:rPr lang="pt-BR" sz="2000" dirty="0" smtClean="0"/>
              <a:t>Utilize as operações para fazer a média, mínimo e máximo com base na idade.</a:t>
            </a:r>
          </a:p>
          <a:p>
            <a:endParaRPr lang="pt-BR" sz="2000" dirty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55016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1512</TotalTime>
  <Words>409</Words>
  <Application>Microsoft Office PowerPoint</Application>
  <PresentationFormat>Apresentação na tela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BANCO DE DADOS II</vt:lpstr>
      <vt:lpstr>Relembrando... </vt:lpstr>
      <vt:lpstr>Novidades</vt:lpstr>
      <vt:lpstr>Novidades</vt:lpstr>
      <vt:lpstr>Novidades</vt:lpstr>
      <vt:lpstr>Novidades</vt:lpstr>
      <vt:lpstr>Mão na massa! Fazer sem a utilização do GPTzão da massa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</cp:lastModifiedBy>
  <cp:revision>47</cp:revision>
  <dcterms:created xsi:type="dcterms:W3CDTF">2023-01-24T23:29:32Z</dcterms:created>
  <dcterms:modified xsi:type="dcterms:W3CDTF">2024-07-22T19:56:53Z</dcterms:modified>
</cp:coreProperties>
</file>