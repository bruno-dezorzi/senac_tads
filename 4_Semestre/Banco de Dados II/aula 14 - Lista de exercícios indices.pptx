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61" r:id="rId3"/>
    <p:sldId id="262" r:id="rId4"/>
    <p:sldId id="263" r:id="rId5"/>
    <p:sldId id="264" r:id="rId6"/>
    <p:sldId id="266" r:id="rId7"/>
    <p:sldId id="265" r:id="rId8"/>
    <p:sldId id="267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E7056A-4EC1-4D79-A56D-E1F97F593B04}" v="6" dt="2025-06-09T21:43:40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EF9F549E-0556-4785-9B6C-69F03BCB0897}"/>
    <pc:docChg chg="custSel addSld modSld">
      <pc:chgData name="matheus raffael simon" userId="b81fe4e685964744" providerId="LiveId" clId="{EF9F549E-0556-4785-9B6C-69F03BCB0897}" dt="2024-11-09T12:01:22.309" v="574" actId="33524"/>
      <pc:docMkLst>
        <pc:docMk/>
      </pc:docMkLst>
      <pc:sldChg chg="modSp mod">
        <pc:chgData name="matheus raffael simon" userId="b81fe4e685964744" providerId="LiveId" clId="{EF9F549E-0556-4785-9B6C-69F03BCB0897}" dt="2024-11-05T19:09:26.543" v="503" actId="20577"/>
        <pc:sldMkLst>
          <pc:docMk/>
          <pc:sldMk cId="671421121" sldId="261"/>
        </pc:sldMkLst>
      </pc:sldChg>
      <pc:sldChg chg="modSp add mod">
        <pc:chgData name="matheus raffael simon" userId="b81fe4e685964744" providerId="LiveId" clId="{EF9F549E-0556-4785-9B6C-69F03BCB0897}" dt="2024-11-09T12:01:22.309" v="574" actId="33524"/>
        <pc:sldMkLst>
          <pc:docMk/>
          <pc:sldMk cId="1949225180" sldId="262"/>
        </pc:sldMkLst>
      </pc:sldChg>
    </pc:docChg>
  </pc:docChgLst>
  <pc:docChgLst>
    <pc:chgData name="matheus raffael simon" userId="b81fe4e685964744" providerId="LiveId" clId="{054CC620-72B5-4189-8CBF-3054B96CE603}"/>
    <pc:docChg chg="undo custSel addSld delSld modSld sldOrd">
      <pc:chgData name="matheus raffael simon" userId="b81fe4e685964744" providerId="LiveId" clId="{054CC620-72B5-4189-8CBF-3054B96CE603}" dt="2024-10-21T19:23:38.812" v="952" actId="20577"/>
      <pc:docMkLst>
        <pc:docMk/>
      </pc:docMkLst>
      <pc:sldChg chg="modSp mod">
        <pc:chgData name="matheus raffael simon" userId="b81fe4e685964744" providerId="LiveId" clId="{054CC620-72B5-4189-8CBF-3054B96CE603}" dt="2024-10-21T18:37:58.047" v="16" actId="20577"/>
        <pc:sldMkLst>
          <pc:docMk/>
          <pc:sldMk cId="2123028049" sldId="258"/>
        </pc:sldMkLst>
      </pc:sldChg>
      <pc:sldChg chg="modSp mod">
        <pc:chgData name="matheus raffael simon" userId="b81fe4e685964744" providerId="LiveId" clId="{054CC620-72B5-4189-8CBF-3054B96CE603}" dt="2024-10-21T18:38:23.205" v="23" actId="14100"/>
        <pc:sldMkLst>
          <pc:docMk/>
          <pc:sldMk cId="1944787843" sldId="260"/>
        </pc:sldMkLst>
      </pc:sldChg>
      <pc:sldChg chg="modSp add mod">
        <pc:chgData name="matheus raffael simon" userId="b81fe4e685964744" providerId="LiveId" clId="{054CC620-72B5-4189-8CBF-3054B96CE603}" dt="2024-10-21T18:39:03.614" v="43" actId="20577"/>
        <pc:sldMkLst>
          <pc:docMk/>
          <pc:sldMk cId="671421121" sldId="261"/>
        </pc:sldMkLst>
      </pc:sldChg>
      <pc:sldChg chg="modSp add mod">
        <pc:chgData name="matheus raffael simon" userId="b81fe4e685964744" providerId="LiveId" clId="{054CC620-72B5-4189-8CBF-3054B96CE603}" dt="2024-10-21T18:41:07.718" v="62" actId="6549"/>
        <pc:sldMkLst>
          <pc:docMk/>
          <pc:sldMk cId="3260558949" sldId="262"/>
        </pc:sldMkLst>
      </pc:sldChg>
      <pc:sldChg chg="modSp add mod">
        <pc:chgData name="matheus raffael simon" userId="b81fe4e685964744" providerId="LiveId" clId="{054CC620-72B5-4189-8CBF-3054B96CE603}" dt="2024-10-21T18:41:51.757" v="79" actId="6549"/>
        <pc:sldMkLst>
          <pc:docMk/>
          <pc:sldMk cId="1269272006" sldId="263"/>
        </pc:sldMkLst>
      </pc:sldChg>
      <pc:sldChg chg="modSp add mod">
        <pc:chgData name="matheus raffael simon" userId="b81fe4e685964744" providerId="LiveId" clId="{054CC620-72B5-4189-8CBF-3054B96CE603}" dt="2024-10-21T18:48:18.962" v="100" actId="15"/>
        <pc:sldMkLst>
          <pc:docMk/>
          <pc:sldMk cId="1032578" sldId="264"/>
        </pc:sldMkLst>
      </pc:sldChg>
      <pc:sldChg chg="addSp delSp modSp add mod">
        <pc:chgData name="matheus raffael simon" userId="b81fe4e685964744" providerId="LiveId" clId="{054CC620-72B5-4189-8CBF-3054B96CE603}" dt="2024-10-21T18:49:50.424" v="110" actId="27636"/>
        <pc:sldMkLst>
          <pc:docMk/>
          <pc:sldMk cId="3922602328" sldId="265"/>
        </pc:sldMkLst>
      </pc:sldChg>
      <pc:sldChg chg="addSp delSp modSp add mod">
        <pc:chgData name="matheus raffael simon" userId="b81fe4e685964744" providerId="LiveId" clId="{054CC620-72B5-4189-8CBF-3054B96CE603}" dt="2024-10-21T18:50:21.682" v="118" actId="1076"/>
        <pc:sldMkLst>
          <pc:docMk/>
          <pc:sldMk cId="2903917950" sldId="266"/>
        </pc:sldMkLst>
      </pc:sldChg>
      <pc:sldChg chg="addSp delSp modSp add mod">
        <pc:chgData name="matheus raffael simon" userId="b81fe4e685964744" providerId="LiveId" clId="{054CC620-72B5-4189-8CBF-3054B96CE603}" dt="2024-10-21T18:51:09.010" v="125" actId="1076"/>
        <pc:sldMkLst>
          <pc:docMk/>
          <pc:sldMk cId="3594927783" sldId="267"/>
        </pc:sldMkLst>
      </pc:sldChg>
      <pc:sldChg chg="addSp delSp modSp add mod">
        <pc:chgData name="matheus raffael simon" userId="b81fe4e685964744" providerId="LiveId" clId="{054CC620-72B5-4189-8CBF-3054B96CE603}" dt="2024-10-21T18:51:48.080" v="132" actId="14100"/>
        <pc:sldMkLst>
          <pc:docMk/>
          <pc:sldMk cId="2594490288" sldId="268"/>
        </pc:sldMkLst>
      </pc:sldChg>
      <pc:sldChg chg="modSp add mod ord">
        <pc:chgData name="matheus raffael simon" userId="b81fe4e685964744" providerId="LiveId" clId="{054CC620-72B5-4189-8CBF-3054B96CE603}" dt="2024-10-21T18:53:01.127" v="154" actId="15"/>
        <pc:sldMkLst>
          <pc:docMk/>
          <pc:sldMk cId="259094574" sldId="269"/>
        </pc:sldMkLst>
      </pc:sldChg>
      <pc:sldChg chg="modSp add mod">
        <pc:chgData name="matheus raffael simon" userId="b81fe4e685964744" providerId="LiveId" clId="{054CC620-72B5-4189-8CBF-3054B96CE603}" dt="2024-10-21T18:54:11.097" v="170" actId="6549"/>
        <pc:sldMkLst>
          <pc:docMk/>
          <pc:sldMk cId="4227009313" sldId="270"/>
        </pc:sldMkLst>
      </pc:sldChg>
      <pc:sldChg chg="modSp add mod">
        <pc:chgData name="matheus raffael simon" userId="b81fe4e685964744" providerId="LiveId" clId="{054CC620-72B5-4189-8CBF-3054B96CE603}" dt="2024-10-21T18:55:43.311" v="192" actId="20577"/>
        <pc:sldMkLst>
          <pc:docMk/>
          <pc:sldMk cId="1102459986" sldId="271"/>
        </pc:sldMkLst>
      </pc:sldChg>
      <pc:sldChg chg="modSp add mod">
        <pc:chgData name="matheus raffael simon" userId="b81fe4e685964744" providerId="LiveId" clId="{054CC620-72B5-4189-8CBF-3054B96CE603}" dt="2024-10-21T18:56:52.724" v="206" actId="20577"/>
        <pc:sldMkLst>
          <pc:docMk/>
          <pc:sldMk cId="3179301730" sldId="272"/>
        </pc:sldMkLst>
      </pc:sldChg>
      <pc:sldChg chg="modSp add mod">
        <pc:chgData name="matheus raffael simon" userId="b81fe4e685964744" providerId="LiveId" clId="{054CC620-72B5-4189-8CBF-3054B96CE603}" dt="2024-10-21T18:57:49.174" v="230" actId="6549"/>
        <pc:sldMkLst>
          <pc:docMk/>
          <pc:sldMk cId="412556717" sldId="273"/>
        </pc:sldMkLst>
      </pc:sldChg>
      <pc:sldChg chg="modSp add mod">
        <pc:chgData name="matheus raffael simon" userId="b81fe4e685964744" providerId="LiveId" clId="{054CC620-72B5-4189-8CBF-3054B96CE603}" dt="2024-10-21T18:59:19.669" v="255" actId="6549"/>
        <pc:sldMkLst>
          <pc:docMk/>
          <pc:sldMk cId="414202800" sldId="274"/>
        </pc:sldMkLst>
      </pc:sldChg>
      <pc:sldChg chg="modSp add mod">
        <pc:chgData name="matheus raffael simon" userId="b81fe4e685964744" providerId="LiveId" clId="{054CC620-72B5-4189-8CBF-3054B96CE603}" dt="2024-10-21T19:00:15.577" v="277" actId="20577"/>
        <pc:sldMkLst>
          <pc:docMk/>
          <pc:sldMk cId="3810638670" sldId="275"/>
        </pc:sldMkLst>
      </pc:sldChg>
      <pc:sldChg chg="modSp add mod">
        <pc:chgData name="matheus raffael simon" userId="b81fe4e685964744" providerId="LiveId" clId="{054CC620-72B5-4189-8CBF-3054B96CE603}" dt="2024-10-21T19:01:35.224" v="307" actId="20577"/>
        <pc:sldMkLst>
          <pc:docMk/>
          <pc:sldMk cId="723809268" sldId="276"/>
        </pc:sldMkLst>
      </pc:sldChg>
      <pc:sldChg chg="add">
        <pc:chgData name="matheus raffael simon" userId="b81fe4e685964744" providerId="LiveId" clId="{054CC620-72B5-4189-8CBF-3054B96CE603}" dt="2024-10-21T19:02:42.479" v="308"/>
        <pc:sldMkLst>
          <pc:docMk/>
          <pc:sldMk cId="103232916" sldId="277"/>
        </pc:sldMkLst>
      </pc:sldChg>
      <pc:sldChg chg="addSp modSp add mod">
        <pc:chgData name="matheus raffael simon" userId="b81fe4e685964744" providerId="LiveId" clId="{054CC620-72B5-4189-8CBF-3054B96CE603}" dt="2024-10-21T19:13:54.023" v="532" actId="14100"/>
        <pc:sldMkLst>
          <pc:docMk/>
          <pc:sldMk cId="2391816717" sldId="278"/>
        </pc:sldMkLst>
      </pc:sldChg>
      <pc:sldChg chg="delSp modSp add mod">
        <pc:chgData name="matheus raffael simon" userId="b81fe4e685964744" providerId="LiveId" clId="{054CC620-72B5-4189-8CBF-3054B96CE603}" dt="2024-10-21T19:14:18.933" v="579" actId="20577"/>
        <pc:sldMkLst>
          <pc:docMk/>
          <pc:sldMk cId="502962637" sldId="279"/>
        </pc:sldMkLst>
      </pc:sldChg>
      <pc:sldChg chg="addSp modSp add mod">
        <pc:chgData name="matheus raffael simon" userId="b81fe4e685964744" providerId="LiveId" clId="{054CC620-72B5-4189-8CBF-3054B96CE603}" dt="2024-10-21T19:14:56.062" v="584" actId="1076"/>
        <pc:sldMkLst>
          <pc:docMk/>
          <pc:sldMk cId="1240378194" sldId="280"/>
        </pc:sldMkLst>
      </pc:sldChg>
      <pc:sldChg chg="addSp modSp add mod ord">
        <pc:chgData name="matheus raffael simon" userId="b81fe4e685964744" providerId="LiveId" clId="{054CC620-72B5-4189-8CBF-3054B96CE603}" dt="2024-10-21T19:19:11.652" v="626" actId="14100"/>
        <pc:sldMkLst>
          <pc:docMk/>
          <pc:sldMk cId="791910413" sldId="281"/>
        </pc:sldMkLst>
      </pc:sldChg>
      <pc:sldChg chg="add del">
        <pc:chgData name="matheus raffael simon" userId="b81fe4e685964744" providerId="LiveId" clId="{054CC620-72B5-4189-8CBF-3054B96CE603}" dt="2024-10-21T19:15:10.794" v="589"/>
        <pc:sldMkLst>
          <pc:docMk/>
          <pc:sldMk cId="579162650" sldId="282"/>
        </pc:sldMkLst>
      </pc:sldChg>
      <pc:sldChg chg="delSp modSp add mod ord">
        <pc:chgData name="matheus raffael simon" userId="b81fe4e685964744" providerId="LiveId" clId="{054CC620-72B5-4189-8CBF-3054B96CE603}" dt="2024-10-21T19:21:06.252" v="723" actId="20577"/>
        <pc:sldMkLst>
          <pc:docMk/>
          <pc:sldMk cId="1054239276" sldId="282"/>
        </pc:sldMkLst>
      </pc:sldChg>
      <pc:sldChg chg="modSp add mod">
        <pc:chgData name="matheus raffael simon" userId="b81fe4e685964744" providerId="LiveId" clId="{054CC620-72B5-4189-8CBF-3054B96CE603}" dt="2024-10-21T19:23:38.812" v="952" actId="20577"/>
        <pc:sldMkLst>
          <pc:docMk/>
          <pc:sldMk cId="1990291600" sldId="283"/>
        </pc:sldMkLst>
      </pc:sldChg>
    </pc:docChg>
  </pc:docChgLst>
  <pc:docChgLst>
    <pc:chgData name="matheus raffael simon" userId="b81fe4e685964744" providerId="LiveId" clId="{FFC4F80C-AD3D-433A-B2E1-B6B6D2B3C7F1}"/>
    <pc:docChg chg="custSel delSld modSld">
      <pc:chgData name="matheus raffael simon" userId="b81fe4e685964744" providerId="LiveId" clId="{FFC4F80C-AD3D-433A-B2E1-B6B6D2B3C7F1}" dt="2024-11-05T18:44:33.191" v="187" actId="20577"/>
      <pc:docMkLst>
        <pc:docMk/>
      </pc:docMkLst>
      <pc:sldChg chg="del">
        <pc:chgData name="matheus raffael simon" userId="b81fe4e685964744" providerId="LiveId" clId="{FFC4F80C-AD3D-433A-B2E1-B6B6D2B3C7F1}" dt="2024-11-05T18:42:09.493" v="0" actId="47"/>
        <pc:sldMkLst>
          <pc:docMk/>
          <pc:sldMk cId="1944787843" sldId="260"/>
        </pc:sldMkLst>
      </pc:sldChg>
      <pc:sldChg chg="modSp mod">
        <pc:chgData name="matheus raffael simon" userId="b81fe4e685964744" providerId="LiveId" clId="{FFC4F80C-AD3D-433A-B2E1-B6B6D2B3C7F1}" dt="2024-11-05T18:44:33.191" v="187" actId="20577"/>
        <pc:sldMkLst>
          <pc:docMk/>
          <pc:sldMk cId="671421121" sldId="261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3260558949" sldId="262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1269272006" sldId="263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1032578" sldId="264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3922602328" sldId="265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2903917950" sldId="266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3594927783" sldId="267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2594490288" sldId="268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259094574" sldId="269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4227009313" sldId="270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1102459986" sldId="271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3179301730" sldId="272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412556717" sldId="273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414202800" sldId="274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3810638670" sldId="275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723809268" sldId="276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103232916" sldId="277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2391816717" sldId="278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502962637" sldId="279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1240378194" sldId="280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791910413" sldId="281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1054239276" sldId="282"/>
        </pc:sldMkLst>
      </pc:sldChg>
      <pc:sldChg chg="del">
        <pc:chgData name="matheus raffael simon" userId="b81fe4e685964744" providerId="LiveId" clId="{FFC4F80C-AD3D-433A-B2E1-B6B6D2B3C7F1}" dt="2024-11-05T18:42:13.270" v="1" actId="47"/>
        <pc:sldMkLst>
          <pc:docMk/>
          <pc:sldMk cId="1990291600" sldId="283"/>
        </pc:sldMkLst>
      </pc:sldChg>
    </pc:docChg>
  </pc:docChgLst>
  <pc:docChgLst>
    <pc:chgData name="matheus raffael simon" userId="b81fe4e685964744" providerId="LiveId" clId="{15E7056A-4EC1-4D79-A56D-E1F97F593B04}"/>
    <pc:docChg chg="custSel addSld delSld modSld sldOrd">
      <pc:chgData name="matheus raffael simon" userId="b81fe4e685964744" providerId="LiveId" clId="{15E7056A-4EC1-4D79-A56D-E1F97F593B04}" dt="2025-06-09T21:43:56.062" v="77" actId="20577"/>
      <pc:docMkLst>
        <pc:docMk/>
      </pc:docMkLst>
      <pc:sldChg chg="modSp mod">
        <pc:chgData name="matheus raffael simon" userId="b81fe4e685964744" providerId="LiveId" clId="{15E7056A-4EC1-4D79-A56D-E1F97F593B04}" dt="2025-06-09T21:40:01.721" v="13" actId="113"/>
        <pc:sldMkLst>
          <pc:docMk/>
          <pc:sldMk cId="671421121" sldId="261"/>
        </pc:sldMkLst>
        <pc:spChg chg="mod">
          <ac:chgData name="matheus raffael simon" userId="b81fe4e685964744" providerId="LiveId" clId="{15E7056A-4EC1-4D79-A56D-E1F97F593B04}" dt="2025-06-09T21:39:41.971" v="9" actId="20577"/>
          <ac:spMkLst>
            <pc:docMk/>
            <pc:sldMk cId="671421121" sldId="261"/>
            <ac:spMk id="2" creationId="{28FA0DF2-E652-DF4F-80B0-04E2201AEE02}"/>
          </ac:spMkLst>
        </pc:spChg>
        <pc:spChg chg="mod">
          <ac:chgData name="matheus raffael simon" userId="b81fe4e685964744" providerId="LiveId" clId="{15E7056A-4EC1-4D79-A56D-E1F97F593B04}" dt="2025-06-09T21:40:01.721" v="13" actId="113"/>
          <ac:spMkLst>
            <pc:docMk/>
            <pc:sldMk cId="671421121" sldId="261"/>
            <ac:spMk id="3" creationId="{379DF286-9D19-F1C7-DDCA-5B46F3B8D7CF}"/>
          </ac:spMkLst>
        </pc:spChg>
      </pc:sldChg>
      <pc:sldChg chg="addSp modSp add mod">
        <pc:chgData name="matheus raffael simon" userId="b81fe4e685964744" providerId="LiveId" clId="{15E7056A-4EC1-4D79-A56D-E1F97F593B04}" dt="2025-06-09T21:41:27.870" v="22" actId="20577"/>
        <pc:sldMkLst>
          <pc:docMk/>
          <pc:sldMk cId="1913600177" sldId="262"/>
        </pc:sldMkLst>
        <pc:spChg chg="mod">
          <ac:chgData name="matheus raffael simon" userId="b81fe4e685964744" providerId="LiveId" clId="{15E7056A-4EC1-4D79-A56D-E1F97F593B04}" dt="2025-06-09T21:41:27.870" v="22" actId="20577"/>
          <ac:spMkLst>
            <pc:docMk/>
            <pc:sldMk cId="1913600177" sldId="262"/>
            <ac:spMk id="3" creationId="{B318D468-4793-B0A5-286C-51C890EFE7B8}"/>
          </ac:spMkLst>
        </pc:spChg>
        <pc:spChg chg="add">
          <ac:chgData name="matheus raffael simon" userId="b81fe4e685964744" providerId="LiveId" clId="{15E7056A-4EC1-4D79-A56D-E1F97F593B04}" dt="2025-06-09T21:40:20.942" v="15"/>
          <ac:spMkLst>
            <pc:docMk/>
            <pc:sldMk cId="1913600177" sldId="262"/>
            <ac:spMk id="5" creationId="{52F5C7C6-D786-85E6-5419-1EC8F41FD876}"/>
          </ac:spMkLst>
        </pc:spChg>
      </pc:sldChg>
      <pc:sldChg chg="del">
        <pc:chgData name="matheus raffael simon" userId="b81fe4e685964744" providerId="LiveId" clId="{15E7056A-4EC1-4D79-A56D-E1F97F593B04}" dt="2025-06-09T21:38:02.230" v="0" actId="47"/>
        <pc:sldMkLst>
          <pc:docMk/>
          <pc:sldMk cId="1949225180" sldId="262"/>
        </pc:sldMkLst>
      </pc:sldChg>
      <pc:sldChg chg="modSp add mod">
        <pc:chgData name="matheus raffael simon" userId="b81fe4e685964744" providerId="LiveId" clId="{15E7056A-4EC1-4D79-A56D-E1F97F593B04}" dt="2025-06-09T21:41:33.297" v="23" actId="20577"/>
        <pc:sldMkLst>
          <pc:docMk/>
          <pc:sldMk cId="1391126989" sldId="263"/>
        </pc:sldMkLst>
        <pc:spChg chg="mod">
          <ac:chgData name="matheus raffael simon" userId="b81fe4e685964744" providerId="LiveId" clId="{15E7056A-4EC1-4D79-A56D-E1F97F593B04}" dt="2025-06-09T21:41:33.297" v="23" actId="20577"/>
          <ac:spMkLst>
            <pc:docMk/>
            <pc:sldMk cId="1391126989" sldId="263"/>
            <ac:spMk id="3" creationId="{FCAB7B47-B510-8C9F-BD51-B13073CB0109}"/>
          </ac:spMkLst>
        </pc:spChg>
      </pc:sldChg>
      <pc:sldChg chg="modSp add mod">
        <pc:chgData name="matheus raffael simon" userId="b81fe4e685964744" providerId="LiveId" clId="{15E7056A-4EC1-4D79-A56D-E1F97F593B04}" dt="2025-06-09T21:41:55.596" v="25"/>
        <pc:sldMkLst>
          <pc:docMk/>
          <pc:sldMk cId="3402129434" sldId="264"/>
        </pc:sldMkLst>
        <pc:spChg chg="mod">
          <ac:chgData name="matheus raffael simon" userId="b81fe4e685964744" providerId="LiveId" clId="{15E7056A-4EC1-4D79-A56D-E1F97F593B04}" dt="2025-06-09T21:41:55.596" v="25"/>
          <ac:spMkLst>
            <pc:docMk/>
            <pc:sldMk cId="3402129434" sldId="264"/>
            <ac:spMk id="3" creationId="{0FFB4FB9-222B-AA16-86CB-407EFD85573B}"/>
          </ac:spMkLst>
        </pc:spChg>
      </pc:sldChg>
      <pc:sldChg chg="modSp add mod ord">
        <pc:chgData name="matheus raffael simon" userId="b81fe4e685964744" providerId="LiveId" clId="{15E7056A-4EC1-4D79-A56D-E1F97F593B04}" dt="2025-06-09T21:42:54.851" v="52" actId="20577"/>
        <pc:sldMkLst>
          <pc:docMk/>
          <pc:sldMk cId="137308739" sldId="265"/>
        </pc:sldMkLst>
        <pc:spChg chg="mod">
          <ac:chgData name="matheus raffael simon" userId="b81fe4e685964744" providerId="LiveId" clId="{15E7056A-4EC1-4D79-A56D-E1F97F593B04}" dt="2025-06-09T21:42:10.103" v="45" actId="20577"/>
          <ac:spMkLst>
            <pc:docMk/>
            <pc:sldMk cId="137308739" sldId="265"/>
            <ac:spMk id="2" creationId="{750AC91F-CDF7-A931-FBAF-4D8BC28D6163}"/>
          </ac:spMkLst>
        </pc:spChg>
        <pc:spChg chg="mod">
          <ac:chgData name="matheus raffael simon" userId="b81fe4e685964744" providerId="LiveId" clId="{15E7056A-4EC1-4D79-A56D-E1F97F593B04}" dt="2025-06-09T21:42:54.851" v="52" actId="20577"/>
          <ac:spMkLst>
            <pc:docMk/>
            <pc:sldMk cId="137308739" sldId="265"/>
            <ac:spMk id="3" creationId="{0478985C-A089-35DF-F38C-AE70FAB5695B}"/>
          </ac:spMkLst>
        </pc:spChg>
      </pc:sldChg>
      <pc:sldChg chg="modSp add mod">
        <pc:chgData name="matheus raffael simon" userId="b81fe4e685964744" providerId="LiveId" clId="{15E7056A-4EC1-4D79-A56D-E1F97F593B04}" dt="2025-06-09T21:42:37.114" v="49" actId="20577"/>
        <pc:sldMkLst>
          <pc:docMk/>
          <pc:sldMk cId="742970202" sldId="266"/>
        </pc:sldMkLst>
        <pc:spChg chg="mod">
          <ac:chgData name="matheus raffael simon" userId="b81fe4e685964744" providerId="LiveId" clId="{15E7056A-4EC1-4D79-A56D-E1F97F593B04}" dt="2025-06-09T21:42:37.114" v="49" actId="20577"/>
          <ac:spMkLst>
            <pc:docMk/>
            <pc:sldMk cId="742970202" sldId="266"/>
            <ac:spMk id="3" creationId="{4E735AE8-6F05-A298-9B96-1D7B6CEA1EE7}"/>
          </ac:spMkLst>
        </pc:spChg>
      </pc:sldChg>
      <pc:sldChg chg="modSp add mod">
        <pc:chgData name="matheus raffael simon" userId="b81fe4e685964744" providerId="LiveId" clId="{15E7056A-4EC1-4D79-A56D-E1F97F593B04}" dt="2025-06-09T21:43:56.062" v="77" actId="20577"/>
        <pc:sldMkLst>
          <pc:docMk/>
          <pc:sldMk cId="3696487332" sldId="267"/>
        </pc:sldMkLst>
        <pc:spChg chg="mod">
          <ac:chgData name="matheus raffael simon" userId="b81fe4e685964744" providerId="LiveId" clId="{15E7056A-4EC1-4D79-A56D-E1F97F593B04}" dt="2025-06-09T21:43:56.062" v="77" actId="20577"/>
          <ac:spMkLst>
            <pc:docMk/>
            <pc:sldMk cId="3696487332" sldId="267"/>
            <ac:spMk id="2" creationId="{945937FC-6517-8B6E-E199-F79B8686A5B8}"/>
          </ac:spMkLst>
        </pc:spChg>
        <pc:spChg chg="mod">
          <ac:chgData name="matheus raffael simon" userId="b81fe4e685964744" providerId="LiveId" clId="{15E7056A-4EC1-4D79-A56D-E1F97F593B04}" dt="2025-06-09T21:43:40.017" v="70"/>
          <ac:spMkLst>
            <pc:docMk/>
            <pc:sldMk cId="3696487332" sldId="267"/>
            <ac:spMk id="3" creationId="{B946A29D-2ED0-BFDC-CE5D-1A55412190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617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48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413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8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84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575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01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890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96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077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955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09/06/2025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913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Banco de Dados II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2302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5FB9-427F-3724-4C59-CAABBDB0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022A5C90-BB6D-5A3E-422F-BAFDF2320975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FA0DF2-E652-DF4F-80B0-04E2201A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Perguntas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9DF286-9D19-F1C7-DDCA-5B46F3B8D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1. Qual é a principal finalidade de um índice em um banco de dados?</a:t>
            </a:r>
            <a:br>
              <a:rPr lang="pt-BR" dirty="0"/>
            </a:br>
            <a:r>
              <a:rPr lang="pt-BR" dirty="0"/>
              <a:t>A) Aumentar o espaço de armazenamento</a:t>
            </a:r>
            <a:br>
              <a:rPr lang="pt-BR" dirty="0"/>
            </a:br>
            <a:r>
              <a:rPr lang="pt-BR" dirty="0"/>
              <a:t>B) Reduzir a necessidade de backups</a:t>
            </a:r>
            <a:br>
              <a:rPr lang="pt-BR" dirty="0"/>
            </a:br>
            <a:r>
              <a:rPr lang="pt-BR" dirty="0"/>
              <a:t>C) Acelerar o acesso a tuplas em uma relação</a:t>
            </a:r>
            <a:br>
              <a:rPr lang="pt-BR" dirty="0"/>
            </a:br>
            <a:r>
              <a:rPr lang="pt-BR" dirty="0"/>
              <a:t>D) Eliminar dados duplicados</a:t>
            </a:r>
            <a:br>
              <a:rPr lang="pt-BR" dirty="0"/>
            </a:br>
            <a:r>
              <a:rPr lang="pt-BR" dirty="0"/>
              <a:t>E) Substituir a chave primária</a:t>
            </a:r>
          </a:p>
          <a:p>
            <a:r>
              <a:rPr lang="pt-BR" dirty="0"/>
              <a:t>2. Sobre os tipos de índices, assinale a alternativa correta:</a:t>
            </a:r>
            <a:br>
              <a:rPr lang="pt-BR" dirty="0"/>
            </a:br>
            <a:r>
              <a:rPr lang="pt-BR" dirty="0"/>
              <a:t>A) Índices primários só podem ser criados sobre atributos não únicos</a:t>
            </a:r>
            <a:br>
              <a:rPr lang="pt-BR" dirty="0"/>
            </a:br>
            <a:r>
              <a:rPr lang="pt-BR" dirty="0"/>
              <a:t>B) Um índice secundário determina a localização física dos registros</a:t>
            </a:r>
            <a:br>
              <a:rPr lang="pt-BR" dirty="0"/>
            </a:br>
            <a:r>
              <a:rPr lang="pt-BR" dirty="0"/>
              <a:t>C) Um índice denso possui uma entrada para cada bloco de disco</a:t>
            </a:r>
            <a:br>
              <a:rPr lang="pt-BR" dirty="0"/>
            </a:br>
            <a:r>
              <a:rPr lang="pt-BR" dirty="0"/>
              <a:t>D) Um índice esparso possui entradas apenas para alguns registros</a:t>
            </a:r>
            <a:br>
              <a:rPr lang="pt-BR" dirty="0"/>
            </a:br>
            <a:r>
              <a:rPr lang="pt-BR" dirty="0"/>
              <a:t>E) Um índice primário pode ser criado em múltiplas colunas, desde que não sejam chaves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B6DADE5-B576-A156-D7E2-09719CBAF943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42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8206-E247-EC09-DA8B-93BA355D5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4D6AC635-3348-6B4D-79BE-206A1F59260F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00AA62-473D-E951-BE43-21A374ED4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Perguntas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18D468-4793-B0A5-286C-51C890EFE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/>
            <a:r>
              <a:rPr lang="pt-BR" sz="2600" dirty="0"/>
              <a:t>3. Qual das alternativas apresenta corretamente a sintaxe básica para criar um índice em PostgreSQL?</a:t>
            </a:r>
          </a:p>
          <a:p>
            <a:pPr marL="0"/>
            <a:r>
              <a:rPr lang="pt-BR" sz="2600" dirty="0"/>
              <a:t>A) INSERT INDEX nome ON tabela(coluna);</a:t>
            </a:r>
          </a:p>
          <a:p>
            <a:pPr marL="0"/>
            <a:r>
              <a:rPr lang="pt-BR" sz="2600" dirty="0"/>
              <a:t>B) CREATE TABLE INDEX nome ON tabela(coluna);</a:t>
            </a:r>
          </a:p>
          <a:p>
            <a:pPr marL="0"/>
            <a:r>
              <a:rPr lang="pt-BR" sz="2600" dirty="0"/>
              <a:t>C) CREATE INDEX nome ON tabela(coluna);</a:t>
            </a:r>
          </a:p>
          <a:p>
            <a:pPr marL="0"/>
            <a:r>
              <a:rPr lang="pt-BR" sz="2600" dirty="0"/>
              <a:t>D) MAKE INDEX nome FOR tabela(coluna);</a:t>
            </a:r>
          </a:p>
          <a:p>
            <a:pPr marL="0"/>
            <a:r>
              <a:rPr lang="pt-BR" sz="2600" dirty="0"/>
              <a:t>E) INDEX CREATE nome ON tabela(coluna);</a:t>
            </a:r>
          </a:p>
          <a:p>
            <a:pPr marL="0"/>
            <a:endParaRPr lang="pt-BR" sz="2600" dirty="0"/>
          </a:p>
          <a:p>
            <a:pPr marL="0"/>
            <a:endParaRPr lang="pt-BR" sz="26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6443AD2-71A9-8AB7-DDB3-3D1431EDC94F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600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14289-B917-A04B-201E-60F13E79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4F31B986-DB7C-6A25-F672-69045318D913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6BEDE6-404B-F38A-CE10-CE26C374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Perguntas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AB7B47-B510-8C9F-BD51-B13073CB0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/>
            <a:endParaRPr lang="pt-BR" sz="2600" dirty="0"/>
          </a:p>
          <a:p>
            <a:pPr marL="0"/>
            <a:r>
              <a:rPr lang="pt-BR" sz="2600" dirty="0"/>
              <a:t>4. Quando o PostgreSQL usará preferencialmente um índice do tipo </a:t>
            </a:r>
            <a:r>
              <a:rPr lang="pt-BR" sz="2600" dirty="0" err="1"/>
              <a:t>Hash</a:t>
            </a:r>
            <a:r>
              <a:rPr lang="pt-BR" sz="2600" dirty="0"/>
              <a:t>?</a:t>
            </a:r>
          </a:p>
          <a:p>
            <a:pPr marL="0"/>
            <a:r>
              <a:rPr lang="pt-BR" sz="2600" dirty="0"/>
              <a:t>A) Quando há buscas com LIKE</a:t>
            </a:r>
          </a:p>
          <a:p>
            <a:pPr marL="0"/>
            <a:r>
              <a:rPr lang="pt-BR" sz="2600" dirty="0"/>
              <a:t>B) Quando há buscas com &gt; ou &lt;</a:t>
            </a:r>
          </a:p>
          <a:p>
            <a:pPr marL="0"/>
            <a:r>
              <a:rPr lang="pt-BR" sz="2600" dirty="0"/>
              <a:t>C) Quando há igualdade de valores (=)</a:t>
            </a:r>
          </a:p>
          <a:p>
            <a:pPr marL="0"/>
            <a:r>
              <a:rPr lang="pt-BR" sz="2600" dirty="0"/>
              <a:t>D) Quando há buscas por intervalos</a:t>
            </a:r>
          </a:p>
          <a:p>
            <a:pPr marL="0"/>
            <a:r>
              <a:rPr lang="pt-BR" sz="2600" dirty="0"/>
              <a:t>E) Quando há junções (</a:t>
            </a:r>
            <a:r>
              <a:rPr lang="pt-BR" sz="2600" dirty="0" err="1"/>
              <a:t>JOINs</a:t>
            </a:r>
            <a:r>
              <a:rPr lang="pt-BR" sz="2600" dirty="0"/>
              <a:t>) com OUTER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9AAD80-A1CA-F8D7-E1B2-78007BFD72D2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126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FB132-8AB9-A335-F3DB-F98B617D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82DA0C13-9F59-0CD2-0BE4-85239E63AD6B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254ABA-4227-E9D2-4D2A-E0C4AB3E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Perguntas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FB4FB9-222B-AA16-86CB-407EFD855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/>
            <a:endParaRPr lang="pt-BR" sz="2600" dirty="0"/>
          </a:p>
          <a:p>
            <a:pPr marL="0"/>
            <a:r>
              <a:rPr lang="pt-BR" sz="2600" dirty="0"/>
              <a:t>5. Sobre os métodos de índice no PostgreSQL, é incorreto afirmar:</a:t>
            </a:r>
          </a:p>
          <a:p>
            <a:pPr marL="0"/>
            <a:r>
              <a:rPr lang="pt-BR" sz="2600" dirty="0"/>
              <a:t>A) O método </a:t>
            </a:r>
            <a:r>
              <a:rPr lang="pt-BR" sz="2600" dirty="0" err="1"/>
              <a:t>Btree</a:t>
            </a:r>
            <a:r>
              <a:rPr lang="pt-BR" sz="2600" dirty="0"/>
              <a:t> é o padrão e suporta comparações de igualdade e intervalos</a:t>
            </a:r>
          </a:p>
          <a:p>
            <a:pPr marL="0"/>
            <a:r>
              <a:rPr lang="pt-BR" sz="2600" dirty="0"/>
              <a:t>B) O método </a:t>
            </a:r>
            <a:r>
              <a:rPr lang="pt-BR" sz="2600" dirty="0" err="1"/>
              <a:t>Hash</a:t>
            </a:r>
            <a:r>
              <a:rPr lang="pt-BR" sz="2600" dirty="0"/>
              <a:t> é recomendado para consultas com igualdade</a:t>
            </a:r>
          </a:p>
          <a:p>
            <a:pPr marL="0"/>
            <a:r>
              <a:rPr lang="pt-BR" sz="2600" dirty="0"/>
              <a:t>C) O método </a:t>
            </a:r>
            <a:r>
              <a:rPr lang="pt-BR" sz="2600" dirty="0" err="1"/>
              <a:t>GiST</a:t>
            </a:r>
            <a:r>
              <a:rPr lang="pt-BR" sz="2600" dirty="0"/>
              <a:t> permite operadores para dados geométricos</a:t>
            </a:r>
          </a:p>
          <a:p>
            <a:pPr marL="0"/>
            <a:r>
              <a:rPr lang="pt-BR" sz="2600" dirty="0"/>
              <a:t>D) O método GIN é utilizado para pesquisas em texto completo</a:t>
            </a:r>
          </a:p>
          <a:p>
            <a:pPr marL="0"/>
            <a:r>
              <a:rPr lang="pt-BR" sz="2600" dirty="0"/>
              <a:t>E) O método </a:t>
            </a:r>
            <a:r>
              <a:rPr lang="pt-BR" sz="2600" dirty="0" err="1"/>
              <a:t>Hash</a:t>
            </a:r>
            <a:r>
              <a:rPr lang="pt-BR" sz="2600" dirty="0"/>
              <a:t> é amplamente recomendado para qualquer uso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A948E02-551E-D9C9-4444-92AF60B26EF8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129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700A-87AC-FD96-8C5C-2DAF9A84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3C47F5E7-6A17-C81D-74C5-1F7E21FCB622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FD618B-DBBA-424F-0E28-3CAB4325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735AE8-6F05-A298-9B96-1D7B6CEA1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/>
            <a:r>
              <a:rPr lang="pt-BR" sz="2600" dirty="0"/>
              <a:t>6. Crie uma tabela chamada clientes com os campos id (serial, chave primária), nome (</a:t>
            </a:r>
            <a:r>
              <a:rPr lang="pt-BR" sz="2600" dirty="0" err="1"/>
              <a:t>text</a:t>
            </a:r>
            <a:r>
              <a:rPr lang="pt-BR" sz="2600" dirty="0"/>
              <a:t>), </a:t>
            </a:r>
            <a:r>
              <a:rPr lang="pt-BR" sz="2600" dirty="0" err="1"/>
              <a:t>email</a:t>
            </a:r>
            <a:r>
              <a:rPr lang="pt-BR" sz="2600" dirty="0"/>
              <a:t> (</a:t>
            </a:r>
            <a:r>
              <a:rPr lang="pt-BR" sz="2600" dirty="0" err="1"/>
              <a:t>text</a:t>
            </a:r>
            <a:r>
              <a:rPr lang="pt-BR" sz="2600" dirty="0"/>
              <a:t>).</a:t>
            </a:r>
          </a:p>
          <a:p>
            <a:pPr marL="0"/>
            <a:r>
              <a:rPr lang="pt-BR" sz="2600" dirty="0"/>
              <a:t>7. Crie um índice chamado </a:t>
            </a:r>
            <a:r>
              <a:rPr lang="pt-BR" sz="2600" dirty="0" err="1"/>
              <a:t>idx_nome</a:t>
            </a:r>
            <a:r>
              <a:rPr lang="pt-BR" sz="2600" dirty="0"/>
              <a:t> para a tabela clientes no campo nome.</a:t>
            </a:r>
          </a:p>
          <a:p>
            <a:pPr marL="0"/>
            <a:r>
              <a:rPr lang="pt-BR" sz="2600" dirty="0"/>
              <a:t>8. Insira 100.000 registros fictícios na tabela clientes, com nomes aleatórios.</a:t>
            </a:r>
          </a:p>
          <a:p>
            <a:pPr marL="0"/>
            <a:r>
              <a:rPr lang="pt-BR" sz="2600" dirty="0"/>
              <a:t>9. Use EXPLAIN ANALYZE para medir o tempo de uma busca pelo nome com e sem índice.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C10B318-4FC7-2CE9-7735-E5930E05C51B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97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9FEA-59CF-A7AA-081F-60B312E24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D55CE94C-1558-32FE-C2FC-0C3EB6A2E76E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0AC91F-CDF7-A931-FBAF-4D8BC28D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8985C-A089-35DF-F38C-AE70FAB56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/>
            <a:r>
              <a:rPr lang="pt-BR" sz="2600" dirty="0"/>
              <a:t>10. Crie uma nova tabela chamada vendas com os campos id, </a:t>
            </a:r>
            <a:r>
              <a:rPr lang="pt-BR" sz="2600" dirty="0" err="1"/>
              <a:t>data_venda</a:t>
            </a:r>
            <a:r>
              <a:rPr lang="pt-BR" sz="2600" dirty="0"/>
              <a:t>, valor, </a:t>
            </a:r>
            <a:r>
              <a:rPr lang="pt-BR" sz="2600" dirty="0" err="1"/>
              <a:t>cliente_id</a:t>
            </a:r>
            <a:r>
              <a:rPr lang="pt-BR" sz="2600" dirty="0"/>
              <a:t>.</a:t>
            </a:r>
          </a:p>
          <a:p>
            <a:pPr marL="0"/>
            <a:r>
              <a:rPr lang="pt-BR" sz="2600" dirty="0"/>
              <a:t>11. Crie um índice composto para </a:t>
            </a:r>
            <a:r>
              <a:rPr lang="pt-BR" sz="2600" dirty="0" err="1"/>
              <a:t>data_venda</a:t>
            </a:r>
            <a:r>
              <a:rPr lang="pt-BR" sz="2600" dirty="0"/>
              <a:t> e valor em vendas.</a:t>
            </a:r>
          </a:p>
          <a:p>
            <a:pPr marL="0"/>
            <a:r>
              <a:rPr lang="pt-BR" sz="2600" dirty="0"/>
              <a:t>12. Crie um índice baseado em expressão que indexe o nome em letras maiúsculas da tabela clientes.</a:t>
            </a:r>
          </a:p>
          <a:p>
            <a:pPr marL="0"/>
            <a:r>
              <a:rPr lang="pt-BR" sz="2600" dirty="0"/>
              <a:t>13. Crie uma </a:t>
            </a:r>
            <a:r>
              <a:rPr lang="pt-BR" sz="2600" dirty="0" err="1"/>
              <a:t>view</a:t>
            </a:r>
            <a:r>
              <a:rPr lang="pt-BR" sz="2600" dirty="0"/>
              <a:t> materializada com dados de vendas e crie um índice nela.</a:t>
            </a:r>
          </a:p>
          <a:p>
            <a:pPr marL="0"/>
            <a:r>
              <a:rPr lang="pt-BR" sz="2600" dirty="0"/>
              <a:t>14. Verifique o plano de execução de uma busca por </a:t>
            </a:r>
            <a:r>
              <a:rPr lang="pt-BR" sz="2600" dirty="0" err="1"/>
              <a:t>email</a:t>
            </a:r>
            <a:r>
              <a:rPr lang="pt-BR" sz="2600" dirty="0"/>
              <a:t> e avalie se um índice ajudaria.</a:t>
            </a:r>
          </a:p>
          <a:p>
            <a:pPr marL="0"/>
            <a:r>
              <a:rPr lang="pt-BR" sz="2600" dirty="0"/>
              <a:t>15. Replique o experimento da apresentação: crie as tabelas alunos e alunos2, insira 100.000 registros em ambas e compare o tempo de execução com e sem índice no campo matricula.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2B742F3-5893-840B-C6E1-29333AC8BAC0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308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74184-2720-34D1-5A7B-9D22AEBC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C2C81F12-15EC-1C93-E8B6-CF7B7D6F0075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5937FC-6517-8B6E-E199-F79B8686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Discursivas </a:t>
            </a:r>
            <a:r>
              <a:rPr lang="pt-BR"/>
              <a:t>(aula)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46A29D-2ED0-BFDC-CE5D-1A5541219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/>
            <a:r>
              <a:rPr lang="pt-BR" sz="2600" dirty="0"/>
              <a:t>16. Explique a diferença entre índice denso e índice esparso. Dê exemplos de situações onde cada um é mais adequado.</a:t>
            </a:r>
          </a:p>
          <a:p>
            <a:pPr marL="0"/>
            <a:r>
              <a:rPr lang="pt-BR" sz="2600" dirty="0"/>
              <a:t>17. Qual a vantagem de usar o parâmetro CONCURRENTLY na criação de um índice no PostgreSQL? Quando evitá-lo?</a:t>
            </a:r>
          </a:p>
          <a:p>
            <a:pPr marL="0"/>
            <a:r>
              <a:rPr lang="pt-BR" sz="2600" dirty="0"/>
              <a:t>18. Por que o uso do índice </a:t>
            </a:r>
            <a:r>
              <a:rPr lang="pt-BR" sz="2600" dirty="0" err="1"/>
              <a:t>Hash</a:t>
            </a:r>
            <a:r>
              <a:rPr lang="pt-BR" sz="2600" dirty="0"/>
              <a:t> é desencorajado atualmente no PostgreSQL?</a:t>
            </a:r>
          </a:p>
          <a:p>
            <a:pPr marL="0"/>
            <a:r>
              <a:rPr lang="pt-BR" sz="2600" dirty="0"/>
              <a:t>19. Quais operadores são suportados pelos índices do tipo </a:t>
            </a:r>
            <a:r>
              <a:rPr lang="pt-BR" sz="2600" dirty="0" err="1"/>
              <a:t>Btree</a:t>
            </a:r>
            <a:r>
              <a:rPr lang="pt-BR" sz="2600" dirty="0"/>
              <a:t> e </a:t>
            </a:r>
            <a:r>
              <a:rPr lang="pt-BR" sz="2600" dirty="0" err="1"/>
              <a:t>GiST</a:t>
            </a:r>
            <a:r>
              <a:rPr lang="pt-BR" sz="2600" dirty="0"/>
              <a:t>? Dê exemplos de uso.</a:t>
            </a:r>
          </a:p>
          <a:p>
            <a:pPr marL="0"/>
            <a:r>
              <a:rPr lang="pt-BR" sz="2600" dirty="0"/>
              <a:t>20. Como funciona a geração de dados aleatórios com </a:t>
            </a:r>
            <a:r>
              <a:rPr lang="pt-BR" sz="2600" dirty="0" err="1"/>
              <a:t>generate_series</a:t>
            </a:r>
            <a:r>
              <a:rPr lang="pt-BR" sz="2600" dirty="0"/>
              <a:t> e md5(</a:t>
            </a:r>
            <a:r>
              <a:rPr lang="pt-BR" sz="2600" dirty="0" err="1"/>
              <a:t>random</a:t>
            </a:r>
            <a:r>
              <a:rPr lang="pt-BR" sz="2600" dirty="0"/>
              <a:t>()) usada na aula? Por que isso é útil para testes?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7AE5176-BA88-C9AF-9EF7-398796C8CC9C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487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1531</TotalTime>
  <Words>670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Perguntas</vt:lpstr>
      <vt:lpstr>Perguntas</vt:lpstr>
      <vt:lpstr>Perguntas</vt:lpstr>
      <vt:lpstr>Perguntas</vt:lpstr>
      <vt:lpstr>Práticas</vt:lpstr>
      <vt:lpstr>Práticas</vt:lpstr>
      <vt:lpstr>Discursivas (aula)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44</cp:revision>
  <dcterms:created xsi:type="dcterms:W3CDTF">2023-01-24T23:29:32Z</dcterms:created>
  <dcterms:modified xsi:type="dcterms:W3CDTF">2025-06-09T21:43:56Z</dcterms:modified>
</cp:coreProperties>
</file>