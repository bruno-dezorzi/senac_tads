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2" r:id="rId2"/>
    <p:sldId id="291" r:id="rId3"/>
    <p:sldId id="313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EB118C-3C6B-41D9-93C4-B5BC74770917}" v="3" dt="2025-03-17T19:38:39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E0759E0F-DEB6-4BA4-8C8B-9768E324AF96}"/>
    <pc:docChg chg="custSel addSld delSld modSld">
      <pc:chgData name="matheus raffael simon" userId="b81fe4e685964744" providerId="LiveId" clId="{E0759E0F-DEB6-4BA4-8C8B-9768E324AF96}" dt="2025-02-24T20:35:04.384" v="504" actId="47"/>
      <pc:docMkLst>
        <pc:docMk/>
      </pc:docMkLst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2534446562" sldId="271"/>
        </pc:sldMkLst>
      </pc:sldChg>
      <pc:sldChg chg="modSp mod">
        <pc:chgData name="matheus raffael simon" userId="b81fe4e685964744" providerId="LiveId" clId="{E0759E0F-DEB6-4BA4-8C8B-9768E324AF96}" dt="2025-02-24T20:30:02.903" v="408" actId="20577"/>
        <pc:sldMkLst>
          <pc:docMk/>
          <pc:sldMk cId="47285200" sldId="291"/>
        </pc:sldMkLst>
        <pc:spChg chg="mod">
          <ac:chgData name="matheus raffael simon" userId="b81fe4e685964744" providerId="LiveId" clId="{E0759E0F-DEB6-4BA4-8C8B-9768E324AF96}" dt="2025-02-24T20:24:12.743" v="19" actId="20577"/>
          <ac:spMkLst>
            <pc:docMk/>
            <pc:sldMk cId="47285200" sldId="291"/>
            <ac:spMk id="2" creationId="{00000000-0000-0000-0000-000000000000}"/>
          </ac:spMkLst>
        </pc:spChg>
        <pc:spChg chg="mod">
          <ac:chgData name="matheus raffael simon" userId="b81fe4e685964744" providerId="LiveId" clId="{E0759E0F-DEB6-4BA4-8C8B-9768E324AF96}" dt="2025-02-24T20:30:02.903" v="408" actId="20577"/>
          <ac:spMkLst>
            <pc:docMk/>
            <pc:sldMk cId="47285200" sldId="291"/>
            <ac:spMk id="3" creationId="{00000000-0000-0000-0000-000000000000}"/>
          </ac:spMkLst>
        </pc:spChg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2647569941" sldId="292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3663258492" sldId="293"/>
        </pc:sldMkLst>
      </pc:sldChg>
      <pc:sldChg chg="del">
        <pc:chgData name="matheus raffael simon" userId="b81fe4e685964744" providerId="LiveId" clId="{E0759E0F-DEB6-4BA4-8C8B-9768E324AF96}" dt="2025-02-24T20:35:04.384" v="504" actId="47"/>
        <pc:sldMkLst>
          <pc:docMk/>
          <pc:sldMk cId="4110634272" sldId="294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1794249001" sldId="295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1145104742" sldId="296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3900824252" sldId="297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2684751888" sldId="298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3379956613" sldId="299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66767779" sldId="300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3731362391" sldId="301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3109092253" sldId="302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1547843222" sldId="303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94577129" sldId="304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2313069452" sldId="305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2427183667" sldId="306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3603534939" sldId="307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837378713" sldId="308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3857386275" sldId="309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3584216197" sldId="310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2684461239" sldId="311"/>
        </pc:sldMkLst>
      </pc:sldChg>
      <pc:sldChg chg="addSp modSp add mod">
        <pc:chgData name="matheus raffael simon" userId="b81fe4e685964744" providerId="LiveId" clId="{E0759E0F-DEB6-4BA4-8C8B-9768E324AF96}" dt="2025-02-24T20:31:25.310" v="451"/>
        <pc:sldMkLst>
          <pc:docMk/>
          <pc:sldMk cId="1742012532" sldId="313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4044445233" sldId="313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3184212503" sldId="314"/>
        </pc:sldMkLst>
      </pc:sldChg>
      <pc:sldChg chg="modSp add mod">
        <pc:chgData name="matheus raffael simon" userId="b81fe4e685964744" providerId="LiveId" clId="{E0759E0F-DEB6-4BA4-8C8B-9768E324AF96}" dt="2025-02-24T20:33:32.297" v="503"/>
        <pc:sldMkLst>
          <pc:docMk/>
          <pc:sldMk cId="3447834032" sldId="314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3381382986" sldId="315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3367551842" sldId="316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3775662098" sldId="317"/>
        </pc:sldMkLst>
      </pc:sldChg>
      <pc:sldChg chg="del">
        <pc:chgData name="matheus raffael simon" userId="b81fe4e685964744" providerId="LiveId" clId="{E0759E0F-DEB6-4BA4-8C8B-9768E324AF96}" dt="2025-02-24T20:23:44.869" v="0" actId="47"/>
        <pc:sldMkLst>
          <pc:docMk/>
          <pc:sldMk cId="1173505481" sldId="318"/>
        </pc:sldMkLst>
      </pc:sldChg>
    </pc:docChg>
  </pc:docChgLst>
  <pc:docChgLst>
    <pc:chgData name="matheus raffael simon" userId="b81fe4e685964744" providerId="LiveId" clId="{4CEB118C-3C6B-41D9-93C4-B5BC74770917}"/>
    <pc:docChg chg="custSel addSld delSld modSld">
      <pc:chgData name="matheus raffael simon" userId="b81fe4e685964744" providerId="LiveId" clId="{4CEB118C-3C6B-41D9-93C4-B5BC74770917}" dt="2025-03-17T19:39:38.450" v="51" actId="27636"/>
      <pc:docMkLst>
        <pc:docMk/>
      </pc:docMkLst>
      <pc:sldChg chg="addSp modSp mod">
        <pc:chgData name="matheus raffael simon" userId="b81fe4e685964744" providerId="LiveId" clId="{4CEB118C-3C6B-41D9-93C4-B5BC74770917}" dt="2025-03-17T19:39:38.450" v="51" actId="27636"/>
        <pc:sldMkLst>
          <pc:docMk/>
          <pc:sldMk cId="47285200" sldId="291"/>
        </pc:sldMkLst>
        <pc:spChg chg="mod">
          <ac:chgData name="matheus raffael simon" userId="b81fe4e685964744" providerId="LiveId" clId="{4CEB118C-3C6B-41D9-93C4-B5BC74770917}" dt="2025-03-17T19:39:38.450" v="51" actId="27636"/>
          <ac:spMkLst>
            <pc:docMk/>
            <pc:sldMk cId="47285200" sldId="291"/>
            <ac:spMk id="3" creationId="{00000000-0000-0000-0000-000000000000}"/>
          </ac:spMkLst>
        </pc:spChg>
        <pc:spChg chg="add">
          <ac:chgData name="matheus raffael simon" userId="b81fe4e685964744" providerId="LiveId" clId="{4CEB118C-3C6B-41D9-93C4-B5BC74770917}" dt="2025-03-17T19:38:36.227" v="2"/>
          <ac:spMkLst>
            <pc:docMk/>
            <pc:sldMk cId="47285200" sldId="291"/>
            <ac:spMk id="5" creationId="{7FE18C53-19C4-F525-199E-0B39252EF6BA}"/>
          </ac:spMkLst>
        </pc:spChg>
      </pc:sldChg>
      <pc:sldChg chg="del">
        <pc:chgData name="matheus raffael simon" userId="b81fe4e685964744" providerId="LiveId" clId="{4CEB118C-3C6B-41D9-93C4-B5BC74770917}" dt="2025-03-17T19:38:24.593" v="0" actId="47"/>
        <pc:sldMkLst>
          <pc:docMk/>
          <pc:sldMk cId="1742012532" sldId="313"/>
        </pc:sldMkLst>
      </pc:sldChg>
      <pc:sldChg chg="modSp add mod">
        <pc:chgData name="matheus raffael simon" userId="b81fe4e685964744" providerId="LiveId" clId="{4CEB118C-3C6B-41D9-93C4-B5BC74770917}" dt="2025-03-17T19:39:33.920" v="49" actId="27636"/>
        <pc:sldMkLst>
          <pc:docMk/>
          <pc:sldMk cId="3268254712" sldId="313"/>
        </pc:sldMkLst>
        <pc:spChg chg="mod">
          <ac:chgData name="matheus raffael simon" userId="b81fe4e685964744" providerId="LiveId" clId="{4CEB118C-3C6B-41D9-93C4-B5BC74770917}" dt="2025-03-17T19:39:33.920" v="49" actId="27636"/>
          <ac:spMkLst>
            <pc:docMk/>
            <pc:sldMk cId="3268254712" sldId="313"/>
            <ac:spMk id="3" creationId="{71573CD5-B52E-3CD6-B986-2DA2D721D61D}"/>
          </ac:spMkLst>
        </pc:spChg>
      </pc:sldChg>
      <pc:sldChg chg="del">
        <pc:chgData name="matheus raffael simon" userId="b81fe4e685964744" providerId="LiveId" clId="{4CEB118C-3C6B-41D9-93C4-B5BC74770917}" dt="2025-03-17T19:38:25.440" v="1" actId="47"/>
        <pc:sldMkLst>
          <pc:docMk/>
          <pc:sldMk cId="3447834032" sldId="31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50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4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08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6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38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0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4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4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66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15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786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dirty="0"/>
              <a:t>BANCO DE DADOS II</a:t>
            </a: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213639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Exercícios práticos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1 - Definição de Triggers: O que são triggers em um banco de dados ativo e para que servem?</a:t>
            </a:r>
          </a:p>
          <a:p>
            <a:r>
              <a:rPr lang="pt-BR" dirty="0"/>
              <a:t>2 - Criação de Tabela: Escreva o código SQL para criar a tabela ator com as colunas </a:t>
            </a:r>
            <a:r>
              <a:rPr lang="pt-BR" dirty="0" err="1"/>
              <a:t>idator</a:t>
            </a:r>
            <a:r>
              <a:rPr lang="pt-BR" dirty="0"/>
              <a:t> (chave primária) e nome.</a:t>
            </a:r>
          </a:p>
          <a:p>
            <a:r>
              <a:rPr lang="pt-BR" dirty="0"/>
              <a:t>3 - Trigger por Mudança de Dados: Explique o que acontece quando o trigger </a:t>
            </a:r>
            <a:r>
              <a:rPr lang="pt-BR" dirty="0" err="1"/>
              <a:t>log_ator</a:t>
            </a:r>
            <a:r>
              <a:rPr lang="pt-BR" dirty="0"/>
              <a:t> é acionado após uma inserção na tabela ator.</a:t>
            </a:r>
          </a:p>
          <a:p>
            <a:r>
              <a:rPr lang="pt-BR" dirty="0"/>
              <a:t>4 - Funções de Triggers: Qual a diferença entre NEW e OLD em triggers? Em quais operações cada um pode ser utilizado?</a:t>
            </a:r>
          </a:p>
          <a:p>
            <a:r>
              <a:rPr lang="pt-BR" dirty="0"/>
              <a:t>5 - Execução de Triggers: O que significa definir uma trigger como BEFORE, AFTER ou INSTEAD OF?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8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E0C49-868E-51CA-4970-EED7CF4C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9B15EAA6-9ABB-2B7C-C16F-7735C2F46B16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428E65-DA5F-7AC6-68AB-F0739F088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Exercícios práticos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573CD5-B52E-3CD6-B986-2DA2D721D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6 - Tipos de Operações: O que o valor da variável TG_OP indica dentro de uma trigger?</a:t>
            </a:r>
          </a:p>
          <a:p>
            <a:r>
              <a:rPr lang="pt-BR" dirty="0"/>
              <a:t>7 - Criação de Trigger Antes da Inserção: Escreva o código SQL para criar uma trigger que verifique se o salário de um funcionário (</a:t>
            </a:r>
            <a:r>
              <a:rPr lang="pt-BR" dirty="0" err="1"/>
              <a:t>salary</a:t>
            </a:r>
            <a:r>
              <a:rPr lang="pt-BR" dirty="0"/>
              <a:t>) é maior que 0 antes de inseri-lo na tabela emp.</a:t>
            </a:r>
          </a:p>
          <a:p>
            <a:r>
              <a:rPr lang="pt-BR" dirty="0"/>
              <a:t>8 - Trigger de Auditoria: Como funciona o trigger </a:t>
            </a:r>
            <a:r>
              <a:rPr lang="pt-BR" dirty="0" err="1"/>
              <a:t>emp_audit</a:t>
            </a:r>
            <a:r>
              <a:rPr lang="pt-BR" dirty="0"/>
              <a:t> e qual sua utilidade?</a:t>
            </a:r>
          </a:p>
          <a:p>
            <a:r>
              <a:rPr lang="pt-BR" dirty="0"/>
              <a:t>9 - Execução de um Trigger: O que acontece quando uma linha é deletada da tabela </a:t>
            </a:r>
            <a:r>
              <a:rPr lang="pt-BR" dirty="0" err="1"/>
              <a:t>emp</a:t>
            </a:r>
            <a:r>
              <a:rPr lang="pt-BR" dirty="0"/>
              <a:t>, considerando o trigger </a:t>
            </a:r>
            <a:r>
              <a:rPr lang="pt-BR" dirty="0" err="1"/>
              <a:t>process_emp_audit</a:t>
            </a:r>
            <a:r>
              <a:rPr lang="pt-BR" dirty="0"/>
              <a:t>?</a:t>
            </a:r>
          </a:p>
          <a:p>
            <a:r>
              <a:rPr lang="pt-BR" dirty="0"/>
              <a:t>10 - Triggers em </a:t>
            </a:r>
            <a:r>
              <a:rPr lang="pt-BR" dirty="0" err="1"/>
              <a:t>Views</a:t>
            </a:r>
            <a:r>
              <a:rPr lang="pt-BR" dirty="0"/>
              <a:t>: Qual é a principal utilidade do tipo de trigger INSTEAD OF?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C732FC0-ED71-76D5-C2DE-6B1AAFB1093D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254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2085</TotalTime>
  <Words>265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Exercícios práticos</vt:lpstr>
      <vt:lpstr>Exercícios práticos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81</cp:revision>
  <dcterms:created xsi:type="dcterms:W3CDTF">2023-01-24T23:29:32Z</dcterms:created>
  <dcterms:modified xsi:type="dcterms:W3CDTF">2025-03-17T19:39:44Z</dcterms:modified>
</cp:coreProperties>
</file>