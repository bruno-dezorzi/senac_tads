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0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8" r:id="rId16"/>
    <p:sldId id="270" r:id="rId17"/>
    <p:sldId id="271" r:id="rId18"/>
    <p:sldId id="279" r:id="rId19"/>
    <p:sldId id="280" r:id="rId20"/>
    <p:sldId id="272" r:id="rId21"/>
    <p:sldId id="273" r:id="rId22"/>
    <p:sldId id="274" r:id="rId23"/>
    <p:sldId id="275" r:id="rId24"/>
    <p:sldId id="276" r:id="rId25"/>
    <p:sldId id="277" r:id="rId26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BE98754-8C51-4007-845A-F0BBC1B5546F}" v="4" dt="2024-09-09T17:32:02.9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heus raffael simon" userId="b81fe4e685964744" providerId="LiveId" clId="{DBE98754-8C51-4007-845A-F0BBC1B5546F}"/>
    <pc:docChg chg="undo custSel addSld delSld modSld sldOrd">
      <pc:chgData name="matheus raffael simon" userId="b81fe4e685964744" providerId="LiveId" clId="{DBE98754-8C51-4007-845A-F0BBC1B5546F}" dt="2024-09-09T17:34:36.485" v="2637" actId="478"/>
      <pc:docMkLst>
        <pc:docMk/>
      </pc:docMkLst>
      <pc:sldChg chg="modSp mod">
        <pc:chgData name="matheus raffael simon" userId="b81fe4e685964744" providerId="LiveId" clId="{DBE98754-8C51-4007-845A-F0BBC1B5546F}" dt="2024-08-27T19:31:59.724" v="276" actId="20577"/>
        <pc:sldMkLst>
          <pc:docMk/>
          <pc:sldMk cId="1243785424" sldId="257"/>
        </pc:sldMkLst>
        <pc:spChg chg="mod">
          <ac:chgData name="matheus raffael simon" userId="b81fe4e685964744" providerId="LiveId" clId="{DBE98754-8C51-4007-845A-F0BBC1B5546F}" dt="2024-08-27T19:29:24.620" v="42" actId="20577"/>
          <ac:spMkLst>
            <pc:docMk/>
            <pc:sldMk cId="1243785424" sldId="257"/>
            <ac:spMk id="2" creationId="{00000000-0000-0000-0000-000000000000}"/>
          </ac:spMkLst>
        </pc:spChg>
        <pc:spChg chg="mod">
          <ac:chgData name="matheus raffael simon" userId="b81fe4e685964744" providerId="LiveId" clId="{DBE98754-8C51-4007-845A-F0BBC1B5546F}" dt="2024-08-27T19:31:59.724" v="276" actId="20577"/>
          <ac:spMkLst>
            <pc:docMk/>
            <pc:sldMk cId="1243785424" sldId="257"/>
            <ac:spMk id="3" creationId="{00000000-0000-0000-0000-000000000000}"/>
          </ac:spMkLst>
        </pc:spChg>
      </pc:sldChg>
      <pc:sldChg chg="modSp add mod">
        <pc:chgData name="matheus raffael simon" userId="b81fe4e685964744" providerId="LiveId" clId="{DBE98754-8C51-4007-845A-F0BBC1B5546F}" dt="2024-08-27T19:44:57.358" v="566" actId="20577"/>
        <pc:sldMkLst>
          <pc:docMk/>
          <pc:sldMk cId="179075394" sldId="258"/>
        </pc:sldMkLst>
        <pc:spChg chg="mod">
          <ac:chgData name="matheus raffael simon" userId="b81fe4e685964744" providerId="LiveId" clId="{DBE98754-8C51-4007-845A-F0BBC1B5546F}" dt="2024-08-27T19:44:57.358" v="566" actId="20577"/>
          <ac:spMkLst>
            <pc:docMk/>
            <pc:sldMk cId="179075394" sldId="258"/>
            <ac:spMk id="3" creationId="{00000000-0000-0000-0000-000000000000}"/>
          </ac:spMkLst>
        </pc:spChg>
      </pc:sldChg>
      <pc:sldChg chg="add del">
        <pc:chgData name="matheus raffael simon" userId="b81fe4e685964744" providerId="LiveId" clId="{DBE98754-8C51-4007-845A-F0BBC1B5546F}" dt="2024-08-27T19:33:25.809" v="277" actId="47"/>
        <pc:sldMkLst>
          <pc:docMk/>
          <pc:sldMk cId="2813868179" sldId="258"/>
        </pc:sldMkLst>
      </pc:sldChg>
      <pc:sldChg chg="delSp add del setBg delDesignElem">
        <pc:chgData name="matheus raffael simon" userId="b81fe4e685964744" providerId="LiveId" clId="{DBE98754-8C51-4007-845A-F0BBC1B5546F}" dt="2024-08-27T19:29:02.801" v="2" actId="47"/>
        <pc:sldMkLst>
          <pc:docMk/>
          <pc:sldMk cId="3224305943" sldId="258"/>
        </pc:sldMkLst>
        <pc:spChg chg="del">
          <ac:chgData name="matheus raffael simon" userId="b81fe4e685964744" providerId="LiveId" clId="{DBE98754-8C51-4007-845A-F0BBC1B5546F}" dt="2024-08-27T19:29:01.224" v="1"/>
          <ac:spMkLst>
            <pc:docMk/>
            <pc:sldMk cId="3224305943" sldId="258"/>
            <ac:spMk id="8" creationId="{081EA652-8C6A-4E69-BEB9-170809474553}"/>
          </ac:spMkLst>
        </pc:spChg>
        <pc:spChg chg="del">
          <ac:chgData name="matheus raffael simon" userId="b81fe4e685964744" providerId="LiveId" clId="{DBE98754-8C51-4007-845A-F0BBC1B5546F}" dt="2024-08-27T19:29:01.224" v="1"/>
          <ac:spMkLst>
            <pc:docMk/>
            <pc:sldMk cId="3224305943" sldId="258"/>
            <ac:spMk id="10" creationId="{5298780A-33B9-4EA2-8F67-DE68AD62841B}"/>
          </ac:spMkLst>
        </pc:spChg>
        <pc:spChg chg="del">
          <ac:chgData name="matheus raffael simon" userId="b81fe4e685964744" providerId="LiveId" clId="{DBE98754-8C51-4007-845A-F0BBC1B5546F}" dt="2024-08-27T19:29:01.224" v="1"/>
          <ac:spMkLst>
            <pc:docMk/>
            <pc:sldMk cId="3224305943" sldId="258"/>
            <ac:spMk id="12" creationId="{7F488E8B-4E1E-4402-8935-D4E6C02615C7}"/>
          </ac:spMkLst>
        </pc:spChg>
      </pc:sldChg>
      <pc:sldChg chg="delSp add del setBg delDesignElem">
        <pc:chgData name="matheus raffael simon" userId="b81fe4e685964744" providerId="LiveId" clId="{DBE98754-8C51-4007-845A-F0BBC1B5546F}" dt="2024-08-27T19:29:06.254" v="5" actId="47"/>
        <pc:sldMkLst>
          <pc:docMk/>
          <pc:sldMk cId="4013890531" sldId="258"/>
        </pc:sldMkLst>
        <pc:spChg chg="del">
          <ac:chgData name="matheus raffael simon" userId="b81fe4e685964744" providerId="LiveId" clId="{DBE98754-8C51-4007-845A-F0BBC1B5546F}" dt="2024-08-27T19:29:04.252" v="4"/>
          <ac:spMkLst>
            <pc:docMk/>
            <pc:sldMk cId="4013890531" sldId="258"/>
            <ac:spMk id="8" creationId="{081EA652-8C6A-4E69-BEB9-170809474553}"/>
          </ac:spMkLst>
        </pc:spChg>
        <pc:spChg chg="del">
          <ac:chgData name="matheus raffael simon" userId="b81fe4e685964744" providerId="LiveId" clId="{DBE98754-8C51-4007-845A-F0BBC1B5546F}" dt="2024-08-27T19:29:04.252" v="4"/>
          <ac:spMkLst>
            <pc:docMk/>
            <pc:sldMk cId="4013890531" sldId="258"/>
            <ac:spMk id="10" creationId="{5298780A-33B9-4EA2-8F67-DE68AD62841B}"/>
          </ac:spMkLst>
        </pc:spChg>
        <pc:spChg chg="del">
          <ac:chgData name="matheus raffael simon" userId="b81fe4e685964744" providerId="LiveId" clId="{DBE98754-8C51-4007-845A-F0BBC1B5546F}" dt="2024-08-27T19:29:04.252" v="4"/>
          <ac:spMkLst>
            <pc:docMk/>
            <pc:sldMk cId="4013890531" sldId="258"/>
            <ac:spMk id="12" creationId="{7F488E8B-4E1E-4402-8935-D4E6C02615C7}"/>
          </ac:spMkLst>
        </pc:spChg>
      </pc:sldChg>
      <pc:sldChg chg="modSp add mod">
        <pc:chgData name="matheus raffael simon" userId="b81fe4e685964744" providerId="LiveId" clId="{DBE98754-8C51-4007-845A-F0BBC1B5546F}" dt="2024-08-27T19:48:10.987" v="878" actId="20577"/>
        <pc:sldMkLst>
          <pc:docMk/>
          <pc:sldMk cId="1598859364" sldId="259"/>
        </pc:sldMkLst>
        <pc:spChg chg="mod">
          <ac:chgData name="matheus raffael simon" userId="b81fe4e685964744" providerId="LiveId" clId="{DBE98754-8C51-4007-845A-F0BBC1B5546F}" dt="2024-08-27T19:48:10.987" v="878" actId="20577"/>
          <ac:spMkLst>
            <pc:docMk/>
            <pc:sldMk cId="1598859364" sldId="259"/>
            <ac:spMk id="3" creationId="{00000000-0000-0000-0000-000000000000}"/>
          </ac:spMkLst>
        </pc:spChg>
      </pc:sldChg>
      <pc:sldChg chg="modSp add mod ord">
        <pc:chgData name="matheus raffael simon" userId="b81fe4e685964744" providerId="LiveId" clId="{DBE98754-8C51-4007-845A-F0BBC1B5546F}" dt="2024-08-27T20:00:49.036" v="1566" actId="20577"/>
        <pc:sldMkLst>
          <pc:docMk/>
          <pc:sldMk cId="2271057604" sldId="260"/>
        </pc:sldMkLst>
        <pc:spChg chg="mod">
          <ac:chgData name="matheus raffael simon" userId="b81fe4e685964744" providerId="LiveId" clId="{DBE98754-8C51-4007-845A-F0BBC1B5546F}" dt="2024-08-27T20:00:49.036" v="1566" actId="20577"/>
          <ac:spMkLst>
            <pc:docMk/>
            <pc:sldMk cId="2271057604" sldId="260"/>
            <ac:spMk id="3" creationId="{00000000-0000-0000-0000-000000000000}"/>
          </ac:spMkLst>
        </pc:spChg>
      </pc:sldChg>
      <pc:sldChg chg="modSp add mod">
        <pc:chgData name="matheus raffael simon" userId="b81fe4e685964744" providerId="LiveId" clId="{DBE98754-8C51-4007-845A-F0BBC1B5546F}" dt="2024-08-27T19:52:52.813" v="1150" actId="20577"/>
        <pc:sldMkLst>
          <pc:docMk/>
          <pc:sldMk cId="1798776989" sldId="261"/>
        </pc:sldMkLst>
        <pc:spChg chg="mod">
          <ac:chgData name="matheus raffael simon" userId="b81fe4e685964744" providerId="LiveId" clId="{DBE98754-8C51-4007-845A-F0BBC1B5546F}" dt="2024-08-27T19:52:52.813" v="1150" actId="20577"/>
          <ac:spMkLst>
            <pc:docMk/>
            <pc:sldMk cId="1798776989" sldId="261"/>
            <ac:spMk id="3" creationId="{00000000-0000-0000-0000-000000000000}"/>
          </ac:spMkLst>
        </pc:spChg>
      </pc:sldChg>
      <pc:sldChg chg="modSp add mod">
        <pc:chgData name="matheus raffael simon" userId="b81fe4e685964744" providerId="LiveId" clId="{DBE98754-8C51-4007-845A-F0BBC1B5546F}" dt="2024-08-27T19:56:34.923" v="1283" actId="20577"/>
        <pc:sldMkLst>
          <pc:docMk/>
          <pc:sldMk cId="1100797121" sldId="262"/>
        </pc:sldMkLst>
        <pc:spChg chg="mod">
          <ac:chgData name="matheus raffael simon" userId="b81fe4e685964744" providerId="LiveId" clId="{DBE98754-8C51-4007-845A-F0BBC1B5546F}" dt="2024-08-27T19:56:34.923" v="1283" actId="20577"/>
          <ac:spMkLst>
            <pc:docMk/>
            <pc:sldMk cId="1100797121" sldId="262"/>
            <ac:spMk id="3" creationId="{00000000-0000-0000-0000-000000000000}"/>
          </ac:spMkLst>
        </pc:spChg>
      </pc:sldChg>
      <pc:sldChg chg="modSp add mod">
        <pc:chgData name="matheus raffael simon" userId="b81fe4e685964744" providerId="LiveId" clId="{DBE98754-8C51-4007-845A-F0BBC1B5546F}" dt="2024-08-27T20:02:17.005" v="1727" actId="20577"/>
        <pc:sldMkLst>
          <pc:docMk/>
          <pc:sldMk cId="4137946186" sldId="263"/>
        </pc:sldMkLst>
        <pc:spChg chg="mod">
          <ac:chgData name="matheus raffael simon" userId="b81fe4e685964744" providerId="LiveId" clId="{DBE98754-8C51-4007-845A-F0BBC1B5546F}" dt="2024-08-27T20:02:17.005" v="1727" actId="20577"/>
          <ac:spMkLst>
            <pc:docMk/>
            <pc:sldMk cId="4137946186" sldId="263"/>
            <ac:spMk id="3" creationId="{00000000-0000-0000-0000-000000000000}"/>
          </ac:spMkLst>
        </pc:spChg>
      </pc:sldChg>
      <pc:sldChg chg="modSp add mod">
        <pc:chgData name="matheus raffael simon" userId="b81fe4e685964744" providerId="LiveId" clId="{DBE98754-8C51-4007-845A-F0BBC1B5546F}" dt="2024-08-27T20:05:03.277" v="1853" actId="20577"/>
        <pc:sldMkLst>
          <pc:docMk/>
          <pc:sldMk cId="4003466597" sldId="264"/>
        </pc:sldMkLst>
        <pc:spChg chg="mod">
          <ac:chgData name="matheus raffael simon" userId="b81fe4e685964744" providerId="LiveId" clId="{DBE98754-8C51-4007-845A-F0BBC1B5546F}" dt="2024-08-27T20:05:03.277" v="1853" actId="20577"/>
          <ac:spMkLst>
            <pc:docMk/>
            <pc:sldMk cId="4003466597" sldId="264"/>
            <ac:spMk id="3" creationId="{00000000-0000-0000-0000-000000000000}"/>
          </ac:spMkLst>
        </pc:spChg>
      </pc:sldChg>
      <pc:sldChg chg="modSp add mod">
        <pc:chgData name="matheus raffael simon" userId="b81fe4e685964744" providerId="LiveId" clId="{DBE98754-8C51-4007-845A-F0BBC1B5546F}" dt="2024-08-27T20:05:34.026" v="1927" actId="5793"/>
        <pc:sldMkLst>
          <pc:docMk/>
          <pc:sldMk cId="1325194190" sldId="265"/>
        </pc:sldMkLst>
        <pc:spChg chg="mod">
          <ac:chgData name="matheus raffael simon" userId="b81fe4e685964744" providerId="LiveId" clId="{DBE98754-8C51-4007-845A-F0BBC1B5546F}" dt="2024-08-27T20:05:34.026" v="1927" actId="5793"/>
          <ac:spMkLst>
            <pc:docMk/>
            <pc:sldMk cId="1325194190" sldId="265"/>
            <ac:spMk id="3" creationId="{00000000-0000-0000-0000-000000000000}"/>
          </ac:spMkLst>
        </pc:spChg>
      </pc:sldChg>
      <pc:sldChg chg="modSp add mod">
        <pc:chgData name="matheus raffael simon" userId="b81fe4e685964744" providerId="LiveId" clId="{DBE98754-8C51-4007-845A-F0BBC1B5546F}" dt="2024-08-27T20:06:54.994" v="1943" actId="20577"/>
        <pc:sldMkLst>
          <pc:docMk/>
          <pc:sldMk cId="1725618544" sldId="266"/>
        </pc:sldMkLst>
        <pc:spChg chg="mod">
          <ac:chgData name="matheus raffael simon" userId="b81fe4e685964744" providerId="LiveId" clId="{DBE98754-8C51-4007-845A-F0BBC1B5546F}" dt="2024-08-27T20:06:54.994" v="1943" actId="20577"/>
          <ac:spMkLst>
            <pc:docMk/>
            <pc:sldMk cId="1725618544" sldId="266"/>
            <ac:spMk id="3" creationId="{00000000-0000-0000-0000-000000000000}"/>
          </ac:spMkLst>
        </pc:spChg>
      </pc:sldChg>
      <pc:sldChg chg="modSp add mod">
        <pc:chgData name="matheus raffael simon" userId="b81fe4e685964744" providerId="LiveId" clId="{DBE98754-8C51-4007-845A-F0BBC1B5546F}" dt="2024-08-27T20:08:22.795" v="2039" actId="20577"/>
        <pc:sldMkLst>
          <pc:docMk/>
          <pc:sldMk cId="4219885346" sldId="267"/>
        </pc:sldMkLst>
        <pc:spChg chg="mod">
          <ac:chgData name="matheus raffael simon" userId="b81fe4e685964744" providerId="LiveId" clId="{DBE98754-8C51-4007-845A-F0BBC1B5546F}" dt="2024-08-27T20:08:22.795" v="2039" actId="20577"/>
          <ac:spMkLst>
            <pc:docMk/>
            <pc:sldMk cId="4219885346" sldId="267"/>
            <ac:spMk id="3" creationId="{00000000-0000-0000-0000-000000000000}"/>
          </ac:spMkLst>
        </pc:spChg>
      </pc:sldChg>
      <pc:sldChg chg="modSp add mod">
        <pc:chgData name="matheus raffael simon" userId="b81fe4e685964744" providerId="LiveId" clId="{DBE98754-8C51-4007-845A-F0BBC1B5546F}" dt="2024-08-27T20:08:48.429" v="2076" actId="20577"/>
        <pc:sldMkLst>
          <pc:docMk/>
          <pc:sldMk cId="2778606883" sldId="268"/>
        </pc:sldMkLst>
        <pc:spChg chg="mod">
          <ac:chgData name="matheus raffael simon" userId="b81fe4e685964744" providerId="LiveId" clId="{DBE98754-8C51-4007-845A-F0BBC1B5546F}" dt="2024-08-27T20:08:48.429" v="2076" actId="20577"/>
          <ac:spMkLst>
            <pc:docMk/>
            <pc:sldMk cId="2778606883" sldId="268"/>
            <ac:spMk id="3" creationId="{00000000-0000-0000-0000-000000000000}"/>
          </ac:spMkLst>
        </pc:spChg>
      </pc:sldChg>
      <pc:sldChg chg="modSp add mod">
        <pc:chgData name="matheus raffael simon" userId="b81fe4e685964744" providerId="LiveId" clId="{DBE98754-8C51-4007-845A-F0BBC1B5546F}" dt="2024-08-27T20:10:27.426" v="2137" actId="20577"/>
        <pc:sldMkLst>
          <pc:docMk/>
          <pc:sldMk cId="1358367253" sldId="269"/>
        </pc:sldMkLst>
        <pc:spChg chg="mod">
          <ac:chgData name="matheus raffael simon" userId="b81fe4e685964744" providerId="LiveId" clId="{DBE98754-8C51-4007-845A-F0BBC1B5546F}" dt="2024-08-27T20:10:27.426" v="2137" actId="20577"/>
          <ac:spMkLst>
            <pc:docMk/>
            <pc:sldMk cId="1358367253" sldId="269"/>
            <ac:spMk id="3" creationId="{00000000-0000-0000-0000-000000000000}"/>
          </ac:spMkLst>
        </pc:spChg>
      </pc:sldChg>
      <pc:sldChg chg="modSp add mod">
        <pc:chgData name="matheus raffael simon" userId="b81fe4e685964744" providerId="LiveId" clId="{DBE98754-8C51-4007-845A-F0BBC1B5546F}" dt="2024-08-27T20:12:26.029" v="2309" actId="20577"/>
        <pc:sldMkLst>
          <pc:docMk/>
          <pc:sldMk cId="451719933" sldId="270"/>
        </pc:sldMkLst>
        <pc:spChg chg="mod">
          <ac:chgData name="matheus raffael simon" userId="b81fe4e685964744" providerId="LiveId" clId="{DBE98754-8C51-4007-845A-F0BBC1B5546F}" dt="2024-08-27T20:12:26.029" v="2309" actId="20577"/>
          <ac:spMkLst>
            <pc:docMk/>
            <pc:sldMk cId="451719933" sldId="270"/>
            <ac:spMk id="3" creationId="{00000000-0000-0000-0000-000000000000}"/>
          </ac:spMkLst>
        </pc:spChg>
      </pc:sldChg>
      <pc:sldChg chg="modSp add mod">
        <pc:chgData name="matheus raffael simon" userId="b81fe4e685964744" providerId="LiveId" clId="{DBE98754-8C51-4007-845A-F0BBC1B5546F}" dt="2024-08-27T20:15:58.093" v="2488" actId="20577"/>
        <pc:sldMkLst>
          <pc:docMk/>
          <pc:sldMk cId="3160842175" sldId="271"/>
        </pc:sldMkLst>
        <pc:spChg chg="mod">
          <ac:chgData name="matheus raffael simon" userId="b81fe4e685964744" providerId="LiveId" clId="{DBE98754-8C51-4007-845A-F0BBC1B5546F}" dt="2024-08-27T20:15:58.093" v="2488" actId="20577"/>
          <ac:spMkLst>
            <pc:docMk/>
            <pc:sldMk cId="3160842175" sldId="271"/>
            <ac:spMk id="3" creationId="{00000000-0000-0000-0000-000000000000}"/>
          </ac:spMkLst>
        </pc:spChg>
      </pc:sldChg>
      <pc:sldChg chg="modSp add mod">
        <pc:chgData name="matheus raffael simon" userId="b81fe4e685964744" providerId="LiveId" clId="{DBE98754-8C51-4007-845A-F0BBC1B5546F}" dt="2024-08-27T20:16:53.902" v="2518"/>
        <pc:sldMkLst>
          <pc:docMk/>
          <pc:sldMk cId="798277116" sldId="272"/>
        </pc:sldMkLst>
        <pc:spChg chg="mod">
          <ac:chgData name="matheus raffael simon" userId="b81fe4e685964744" providerId="LiveId" clId="{DBE98754-8C51-4007-845A-F0BBC1B5546F}" dt="2024-08-27T20:16:53.902" v="2518"/>
          <ac:spMkLst>
            <pc:docMk/>
            <pc:sldMk cId="798277116" sldId="272"/>
            <ac:spMk id="3" creationId="{00000000-0000-0000-0000-000000000000}"/>
          </ac:spMkLst>
        </pc:spChg>
      </pc:sldChg>
      <pc:sldChg chg="modSp add mod">
        <pc:chgData name="matheus raffael simon" userId="b81fe4e685964744" providerId="LiveId" clId="{DBE98754-8C51-4007-845A-F0BBC1B5546F}" dt="2024-08-27T20:17:26.190" v="2522" actId="27636"/>
        <pc:sldMkLst>
          <pc:docMk/>
          <pc:sldMk cId="616565567" sldId="273"/>
        </pc:sldMkLst>
        <pc:spChg chg="mod">
          <ac:chgData name="matheus raffael simon" userId="b81fe4e685964744" providerId="LiveId" clId="{DBE98754-8C51-4007-845A-F0BBC1B5546F}" dt="2024-08-27T20:17:26.190" v="2522" actId="27636"/>
          <ac:spMkLst>
            <pc:docMk/>
            <pc:sldMk cId="616565567" sldId="273"/>
            <ac:spMk id="3" creationId="{00000000-0000-0000-0000-000000000000}"/>
          </ac:spMkLst>
        </pc:spChg>
      </pc:sldChg>
      <pc:sldChg chg="modSp add mod">
        <pc:chgData name="matheus raffael simon" userId="b81fe4e685964744" providerId="LiveId" clId="{DBE98754-8C51-4007-845A-F0BBC1B5546F}" dt="2024-08-27T20:18:07.263" v="2527" actId="27636"/>
        <pc:sldMkLst>
          <pc:docMk/>
          <pc:sldMk cId="3001716153" sldId="274"/>
        </pc:sldMkLst>
        <pc:spChg chg="mod">
          <ac:chgData name="matheus raffael simon" userId="b81fe4e685964744" providerId="LiveId" clId="{DBE98754-8C51-4007-845A-F0BBC1B5546F}" dt="2024-08-27T20:18:07.263" v="2527" actId="27636"/>
          <ac:spMkLst>
            <pc:docMk/>
            <pc:sldMk cId="3001716153" sldId="274"/>
            <ac:spMk id="3" creationId="{00000000-0000-0000-0000-000000000000}"/>
          </ac:spMkLst>
        </pc:spChg>
      </pc:sldChg>
      <pc:sldChg chg="modSp add mod">
        <pc:chgData name="matheus raffael simon" userId="b81fe4e685964744" providerId="LiveId" clId="{DBE98754-8C51-4007-845A-F0BBC1B5546F}" dt="2024-08-27T20:19:13.407" v="2548" actId="27636"/>
        <pc:sldMkLst>
          <pc:docMk/>
          <pc:sldMk cId="3273914291" sldId="275"/>
        </pc:sldMkLst>
        <pc:spChg chg="mod">
          <ac:chgData name="matheus raffael simon" userId="b81fe4e685964744" providerId="LiveId" clId="{DBE98754-8C51-4007-845A-F0BBC1B5546F}" dt="2024-08-27T20:19:13.407" v="2548" actId="27636"/>
          <ac:spMkLst>
            <pc:docMk/>
            <pc:sldMk cId="3273914291" sldId="275"/>
            <ac:spMk id="3" creationId="{00000000-0000-0000-0000-000000000000}"/>
          </ac:spMkLst>
        </pc:spChg>
      </pc:sldChg>
      <pc:sldChg chg="modSp add mod">
        <pc:chgData name="matheus raffael simon" userId="b81fe4e685964744" providerId="LiveId" clId="{DBE98754-8C51-4007-845A-F0BBC1B5546F}" dt="2024-08-27T20:20:12.547" v="2560" actId="27636"/>
        <pc:sldMkLst>
          <pc:docMk/>
          <pc:sldMk cId="2808983883" sldId="276"/>
        </pc:sldMkLst>
        <pc:spChg chg="mod">
          <ac:chgData name="matheus raffael simon" userId="b81fe4e685964744" providerId="LiveId" clId="{DBE98754-8C51-4007-845A-F0BBC1B5546F}" dt="2024-08-27T20:20:12.547" v="2560" actId="27636"/>
          <ac:spMkLst>
            <pc:docMk/>
            <pc:sldMk cId="2808983883" sldId="276"/>
            <ac:spMk id="3" creationId="{00000000-0000-0000-0000-000000000000}"/>
          </ac:spMkLst>
        </pc:spChg>
      </pc:sldChg>
      <pc:sldChg chg="addSp modSp add mod">
        <pc:chgData name="matheus raffael simon" userId="b81fe4e685964744" providerId="LiveId" clId="{DBE98754-8C51-4007-845A-F0BBC1B5546F}" dt="2024-08-27T20:22:02.579" v="2567" actId="6549"/>
        <pc:sldMkLst>
          <pc:docMk/>
          <pc:sldMk cId="3140635785" sldId="277"/>
        </pc:sldMkLst>
        <pc:spChg chg="mod">
          <ac:chgData name="matheus raffael simon" userId="b81fe4e685964744" providerId="LiveId" clId="{DBE98754-8C51-4007-845A-F0BBC1B5546F}" dt="2024-08-27T20:22:02.579" v="2567" actId="6549"/>
          <ac:spMkLst>
            <pc:docMk/>
            <pc:sldMk cId="3140635785" sldId="277"/>
            <ac:spMk id="2" creationId="{00000000-0000-0000-0000-000000000000}"/>
          </ac:spMkLst>
        </pc:spChg>
        <pc:spChg chg="mod">
          <ac:chgData name="matheus raffael simon" userId="b81fe4e685964744" providerId="LiveId" clId="{DBE98754-8C51-4007-845A-F0BBC1B5546F}" dt="2024-08-27T20:20:05.506" v="2556" actId="27636"/>
          <ac:spMkLst>
            <pc:docMk/>
            <pc:sldMk cId="3140635785" sldId="277"/>
            <ac:spMk id="3" creationId="{00000000-0000-0000-0000-000000000000}"/>
          </ac:spMkLst>
        </pc:spChg>
        <pc:picChg chg="add mod">
          <ac:chgData name="matheus raffael simon" userId="b81fe4e685964744" providerId="LiveId" clId="{DBE98754-8C51-4007-845A-F0BBC1B5546F}" dt="2024-08-27T20:21:59.818" v="2566" actId="1076"/>
          <ac:picMkLst>
            <pc:docMk/>
            <pc:sldMk cId="3140635785" sldId="277"/>
            <ac:picMk id="5" creationId="{5D6F374D-010D-DE3B-9326-C3C3E0400D48}"/>
          </ac:picMkLst>
        </pc:picChg>
      </pc:sldChg>
      <pc:sldChg chg="addSp delSp modSp add mod">
        <pc:chgData name="matheus raffael simon" userId="b81fe4e685964744" providerId="LiveId" clId="{DBE98754-8C51-4007-845A-F0BBC1B5546F}" dt="2024-09-09T17:23:08.005" v="2587" actId="478"/>
        <pc:sldMkLst>
          <pc:docMk/>
          <pc:sldMk cId="1332205358" sldId="278"/>
        </pc:sldMkLst>
        <pc:spChg chg="add del">
          <ac:chgData name="matheus raffael simon" userId="b81fe4e685964744" providerId="LiveId" clId="{DBE98754-8C51-4007-845A-F0BBC1B5546F}" dt="2024-09-09T17:22:26.520" v="2575" actId="478"/>
          <ac:spMkLst>
            <pc:docMk/>
            <pc:sldMk cId="1332205358" sldId="278"/>
            <ac:spMk id="2" creationId="{00000000-0000-0000-0000-000000000000}"/>
          </ac:spMkLst>
        </pc:spChg>
        <pc:spChg chg="mod">
          <ac:chgData name="matheus raffael simon" userId="b81fe4e685964744" providerId="LiveId" clId="{DBE98754-8C51-4007-845A-F0BBC1B5546F}" dt="2024-09-09T17:23:04.676" v="2586" actId="27636"/>
          <ac:spMkLst>
            <pc:docMk/>
            <pc:sldMk cId="1332205358" sldId="278"/>
            <ac:spMk id="3" creationId="{00000000-0000-0000-0000-000000000000}"/>
          </ac:spMkLst>
        </pc:spChg>
        <pc:spChg chg="add del mod">
          <ac:chgData name="matheus raffael simon" userId="b81fe4e685964744" providerId="LiveId" clId="{DBE98754-8C51-4007-845A-F0BBC1B5546F}" dt="2024-09-09T17:22:21.505" v="2571" actId="478"/>
          <ac:spMkLst>
            <pc:docMk/>
            <pc:sldMk cId="1332205358" sldId="278"/>
            <ac:spMk id="5" creationId="{CF51FCEE-5011-1268-B977-AA93962F1AE3}"/>
          </ac:spMkLst>
        </pc:spChg>
        <pc:spChg chg="add del mod">
          <ac:chgData name="matheus raffael simon" userId="b81fe4e685964744" providerId="LiveId" clId="{DBE98754-8C51-4007-845A-F0BBC1B5546F}" dt="2024-09-09T17:23:08.005" v="2587" actId="478"/>
          <ac:spMkLst>
            <pc:docMk/>
            <pc:sldMk cId="1332205358" sldId="278"/>
            <ac:spMk id="7" creationId="{52C05BAE-EF7D-44D3-066D-69AEADFD2F68}"/>
          </ac:spMkLst>
        </pc:spChg>
      </pc:sldChg>
      <pc:sldChg chg="modSp add mod">
        <pc:chgData name="matheus raffael simon" userId="b81fe4e685964744" providerId="LiveId" clId="{DBE98754-8C51-4007-845A-F0BBC1B5546F}" dt="2024-09-09T17:33:01.441" v="2627" actId="27636"/>
        <pc:sldMkLst>
          <pc:docMk/>
          <pc:sldMk cId="2130504303" sldId="279"/>
        </pc:sldMkLst>
        <pc:spChg chg="mod">
          <ac:chgData name="matheus raffael simon" userId="b81fe4e685964744" providerId="LiveId" clId="{DBE98754-8C51-4007-845A-F0BBC1B5546F}" dt="2024-09-09T17:33:01.441" v="2627" actId="27636"/>
          <ac:spMkLst>
            <pc:docMk/>
            <pc:sldMk cId="2130504303" sldId="279"/>
            <ac:spMk id="3" creationId="{00000000-0000-0000-0000-000000000000}"/>
          </ac:spMkLst>
        </pc:spChg>
      </pc:sldChg>
      <pc:sldChg chg="addSp delSp modSp add mod">
        <pc:chgData name="matheus raffael simon" userId="b81fe4e685964744" providerId="LiveId" clId="{DBE98754-8C51-4007-845A-F0BBC1B5546F}" dt="2024-09-09T17:34:36.485" v="2637" actId="478"/>
        <pc:sldMkLst>
          <pc:docMk/>
          <pc:sldMk cId="3230295674" sldId="280"/>
        </pc:sldMkLst>
        <pc:spChg chg="del">
          <ac:chgData name="matheus raffael simon" userId="b81fe4e685964744" providerId="LiveId" clId="{DBE98754-8C51-4007-845A-F0BBC1B5546F}" dt="2024-09-09T17:34:24.800" v="2634" actId="478"/>
          <ac:spMkLst>
            <pc:docMk/>
            <pc:sldMk cId="3230295674" sldId="280"/>
            <ac:spMk id="2" creationId="{00000000-0000-0000-0000-000000000000}"/>
          </ac:spMkLst>
        </pc:spChg>
        <pc:spChg chg="mod">
          <ac:chgData name="matheus raffael simon" userId="b81fe4e685964744" providerId="LiveId" clId="{DBE98754-8C51-4007-845A-F0BBC1B5546F}" dt="2024-09-09T17:34:29.528" v="2636" actId="27636"/>
          <ac:spMkLst>
            <pc:docMk/>
            <pc:sldMk cId="3230295674" sldId="280"/>
            <ac:spMk id="3" creationId="{00000000-0000-0000-0000-000000000000}"/>
          </ac:spMkLst>
        </pc:spChg>
        <pc:spChg chg="add del mod">
          <ac:chgData name="matheus raffael simon" userId="b81fe4e685964744" providerId="LiveId" clId="{DBE98754-8C51-4007-845A-F0BBC1B5546F}" dt="2024-09-09T17:34:36.485" v="2637" actId="478"/>
          <ac:spMkLst>
            <pc:docMk/>
            <pc:sldMk cId="3230295674" sldId="280"/>
            <ac:spMk id="5" creationId="{3E843D3E-8B9D-2278-9D47-BAB78EA4207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09/09/2024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06163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09/09/2024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64607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09/09/2024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599658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09/09/2024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572086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09/09/2024</a:t>
            </a:fld>
            <a:endParaRPr lang="pt-B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15532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09/09/2024</a:t>
            </a:fld>
            <a:endParaRPr lang="pt-B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223842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09/09/2024</a:t>
            </a:fld>
            <a:endParaRPr lang="pt-BR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072616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09/09/2024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868318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09/09/2024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06468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09/09/2024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95870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09/09/2024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4388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AD9F01-DE70-421D-913C-5540CBA8C3E6}" type="datetimeFigureOut">
              <a:rPr lang="pt-BR" smtClean="0"/>
              <a:t>09/09/2024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58994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9D32F93-50AC-4C46-A5DB-291C60DDB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977" y="919321"/>
            <a:ext cx="2652916" cy="1551956"/>
          </a:xfrm>
          <a:prstGeom prst="rect">
            <a:avLst/>
          </a:prstGeom>
        </p:spPr>
      </p:pic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966977" y="3194465"/>
            <a:ext cx="6691254" cy="1320997"/>
          </a:xfrm>
        </p:spPr>
        <p:txBody>
          <a:bodyPr anchor="b">
            <a:normAutofit/>
          </a:bodyPr>
          <a:lstStyle/>
          <a:p>
            <a:pPr algn="l"/>
            <a:r>
              <a:rPr lang="pt-BR" sz="2800" dirty="0"/>
              <a:t>TECNOLOGIAS MÓVEIS E HÍBRIDAS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966977" y="5142305"/>
            <a:ext cx="5490973" cy="753165"/>
          </a:xfrm>
        </p:spPr>
        <p:txBody>
          <a:bodyPr anchor="t">
            <a:normAutofit/>
          </a:bodyPr>
          <a:lstStyle/>
          <a:p>
            <a:pPr algn="l"/>
            <a:r>
              <a:rPr lang="pt-BR" dirty="0"/>
              <a:t>Prof. Me. Matheus </a:t>
            </a:r>
            <a:r>
              <a:rPr lang="pt-BR" dirty="0" err="1"/>
              <a:t>Raffael</a:t>
            </a:r>
            <a:r>
              <a:rPr lang="pt-BR" dirty="0"/>
              <a:t> Simon</a:t>
            </a:r>
          </a:p>
        </p:txBody>
      </p:sp>
      <p:sp>
        <p:nvSpPr>
          <p:cNvPr id="8" name="Título 1"/>
          <p:cNvSpPr txBox="1">
            <a:spLocks/>
          </p:cNvSpPr>
          <p:nvPr/>
        </p:nvSpPr>
        <p:spPr>
          <a:xfrm>
            <a:off x="966977" y="2353635"/>
            <a:ext cx="6691254" cy="132099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3900" dirty="0"/>
              <a:t>TECNOLOGIA EM ANÁLISE E DESENVOLVIMENTO DE SISTEMAS</a:t>
            </a:r>
          </a:p>
        </p:txBody>
      </p:sp>
    </p:spTree>
    <p:extLst>
      <p:ext uri="{BB962C8B-B14F-4D97-AF65-F5344CB8AC3E}">
        <p14:creationId xmlns:p14="http://schemas.microsoft.com/office/powerpoint/2010/main" val="1509321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7594144" cy="1618489"/>
          </a:xfrm>
        </p:spPr>
        <p:txBody>
          <a:bodyPr anchor="ctr">
            <a:normAutofit/>
          </a:bodyPr>
          <a:lstStyle/>
          <a:p>
            <a:r>
              <a:rPr lang="pt-BR" sz="5400" dirty="0"/>
              <a:t>Iniciando com o Dart (itens básicos)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63930" y="2969469"/>
            <a:ext cx="7239037" cy="2800395"/>
          </a:xfrm>
        </p:spPr>
        <p:txBody>
          <a:bodyPr anchor="t">
            <a:normAutofit lnSpcReduction="10000"/>
          </a:bodyPr>
          <a:lstStyle/>
          <a:p>
            <a:r>
              <a:rPr lang="pt-BR" sz="2500" dirty="0"/>
              <a:t>Primeiramente temos que colocar o Dart em nosso arquivo Path.</a:t>
            </a:r>
          </a:p>
          <a:p>
            <a:r>
              <a:rPr lang="pt-BR" sz="2500" dirty="0"/>
              <a:t>Abra a pasta onde instalou o </a:t>
            </a:r>
            <a:r>
              <a:rPr lang="pt-BR" sz="2500" dirty="0" err="1"/>
              <a:t>Flutter</a:t>
            </a:r>
            <a:r>
              <a:rPr lang="pt-BR" sz="2500" dirty="0"/>
              <a:t>, navegue até a bin do </a:t>
            </a:r>
            <a:r>
              <a:rPr lang="pt-BR" sz="2500" dirty="0" err="1"/>
              <a:t>dart</a:t>
            </a:r>
            <a:r>
              <a:rPr lang="pt-BR" sz="2500" dirty="0"/>
              <a:t>: </a:t>
            </a:r>
            <a:r>
              <a:rPr lang="de-DE" sz="2500" dirty="0"/>
              <a:t>C:\flutter\bin\cache\dart-sdk\bin</a:t>
            </a:r>
          </a:p>
          <a:p>
            <a:r>
              <a:rPr lang="de-DE" sz="2500" dirty="0"/>
              <a:t>Copie a url</a:t>
            </a:r>
            <a:endParaRPr lang="pt-BR" sz="2500" dirty="0"/>
          </a:p>
          <a:p>
            <a:r>
              <a:rPr lang="pt-BR" sz="2500" dirty="0"/>
              <a:t>Abra as variáveis de sistema. E coloque a </a:t>
            </a:r>
            <a:r>
              <a:rPr lang="pt-BR" sz="2500" dirty="0" err="1"/>
              <a:t>url</a:t>
            </a:r>
            <a:r>
              <a:rPr lang="pt-BR" sz="2500" dirty="0"/>
              <a:t> do bin do Dart.</a:t>
            </a:r>
          </a:p>
          <a:p>
            <a:endParaRPr lang="pt-BR" sz="1600" dirty="0"/>
          </a:p>
          <a:p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12437854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7594144" cy="1618489"/>
          </a:xfrm>
        </p:spPr>
        <p:txBody>
          <a:bodyPr anchor="ctr">
            <a:normAutofit/>
          </a:bodyPr>
          <a:lstStyle/>
          <a:p>
            <a:r>
              <a:rPr lang="pt-BR" sz="5400" dirty="0"/>
              <a:t>Iniciando com o Dart (itens básicos)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63930" y="2969469"/>
            <a:ext cx="7239037" cy="2800395"/>
          </a:xfrm>
        </p:spPr>
        <p:txBody>
          <a:bodyPr anchor="t">
            <a:normAutofit lnSpcReduction="10000"/>
          </a:bodyPr>
          <a:lstStyle/>
          <a:p>
            <a:r>
              <a:rPr lang="pt-BR" sz="2500" dirty="0"/>
              <a:t>Instale o </a:t>
            </a:r>
            <a:r>
              <a:rPr lang="pt-BR" sz="2500" dirty="0" err="1"/>
              <a:t>pluggin</a:t>
            </a:r>
            <a:r>
              <a:rPr lang="pt-BR" sz="2500" dirty="0"/>
              <a:t>  </a:t>
            </a:r>
            <a:r>
              <a:rPr lang="pt-BR" sz="2500" dirty="0" err="1"/>
              <a:t>Code</a:t>
            </a:r>
            <a:r>
              <a:rPr lang="pt-BR" sz="2500" dirty="0"/>
              <a:t> </a:t>
            </a:r>
            <a:r>
              <a:rPr lang="pt-BR" sz="2500" dirty="0" err="1"/>
              <a:t>Runner</a:t>
            </a:r>
            <a:r>
              <a:rPr lang="pt-BR" sz="2500" dirty="0"/>
              <a:t>. Ele ajudará a criar seus códigos.</a:t>
            </a:r>
          </a:p>
          <a:p>
            <a:r>
              <a:rPr lang="pt-BR" sz="2500" dirty="0"/>
              <a:t>Crie uma pasta no seu disco como ‘</a:t>
            </a:r>
            <a:r>
              <a:rPr lang="pt-BR" sz="2500" dirty="0" err="1"/>
              <a:t>exemplo_dart</a:t>
            </a:r>
            <a:r>
              <a:rPr lang="pt-BR" sz="2500" dirty="0"/>
              <a:t>’.</a:t>
            </a:r>
          </a:p>
          <a:p>
            <a:r>
              <a:rPr lang="pt-BR" sz="2500" dirty="0"/>
              <a:t>Feche o VS </a:t>
            </a:r>
            <a:r>
              <a:rPr lang="pt-BR" sz="2500" dirty="0" err="1"/>
              <a:t>Code</a:t>
            </a:r>
            <a:r>
              <a:rPr lang="pt-BR" sz="2500" dirty="0"/>
              <a:t> caso esteja aberto e abra o VS </a:t>
            </a:r>
            <a:r>
              <a:rPr lang="pt-BR" sz="2500" dirty="0" err="1"/>
              <a:t>Code</a:t>
            </a:r>
            <a:r>
              <a:rPr lang="pt-BR" sz="2500" dirty="0"/>
              <a:t> novamente.</a:t>
            </a:r>
          </a:p>
          <a:p>
            <a:r>
              <a:rPr lang="pt-BR" sz="2500" dirty="0"/>
              <a:t>Clique em abrir pasta (open folder) e abra a pasta criada.</a:t>
            </a:r>
          </a:p>
          <a:p>
            <a:endParaRPr lang="pt-BR" sz="2500" dirty="0"/>
          </a:p>
          <a:p>
            <a:endParaRPr lang="pt-BR" sz="1600" dirty="0"/>
          </a:p>
          <a:p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1790753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7594144" cy="1618489"/>
          </a:xfrm>
        </p:spPr>
        <p:txBody>
          <a:bodyPr anchor="ctr">
            <a:normAutofit/>
          </a:bodyPr>
          <a:lstStyle/>
          <a:p>
            <a:r>
              <a:rPr lang="pt-BR" sz="5400" dirty="0"/>
              <a:t>Iniciando com o Dart (itens básicos)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63930" y="2969469"/>
            <a:ext cx="7239037" cy="2800395"/>
          </a:xfrm>
        </p:spPr>
        <p:txBody>
          <a:bodyPr anchor="t">
            <a:normAutofit fontScale="85000" lnSpcReduction="20000"/>
          </a:bodyPr>
          <a:lstStyle/>
          <a:p>
            <a:r>
              <a:rPr lang="pt-BR" sz="2500" dirty="0"/>
              <a:t>No VS </a:t>
            </a:r>
            <a:r>
              <a:rPr lang="pt-BR" sz="2500" dirty="0" err="1"/>
              <a:t>Code</a:t>
            </a:r>
            <a:r>
              <a:rPr lang="pt-BR" sz="2500" dirty="0"/>
              <a:t> crie um arquivo chamado </a:t>
            </a:r>
            <a:r>
              <a:rPr lang="pt-BR" sz="2500" dirty="0" err="1"/>
              <a:t>exemplo.dart</a:t>
            </a:r>
            <a:endParaRPr lang="pt-BR" sz="2500" dirty="0"/>
          </a:p>
          <a:p>
            <a:r>
              <a:rPr lang="pt-BR" sz="2500" dirty="0"/>
              <a:t>Abra o arquivo criado.</a:t>
            </a:r>
          </a:p>
          <a:p>
            <a:r>
              <a:rPr lang="pt-BR" sz="2500" dirty="0"/>
              <a:t>E vamos fazer o nosso </a:t>
            </a:r>
            <a:r>
              <a:rPr lang="pt-BR" sz="2500" dirty="0" err="1"/>
              <a:t>Hello</a:t>
            </a:r>
            <a:r>
              <a:rPr lang="pt-BR" sz="2500" dirty="0"/>
              <a:t> World.</a:t>
            </a:r>
          </a:p>
          <a:p>
            <a:r>
              <a:rPr lang="pt-BR" sz="2500" dirty="0"/>
              <a:t>Para isso abrimos um </a:t>
            </a:r>
            <a:r>
              <a:rPr lang="pt-BR" sz="2500" dirty="0" err="1"/>
              <a:t>main</a:t>
            </a:r>
            <a:r>
              <a:rPr lang="pt-BR" sz="2500" dirty="0"/>
              <a:t>() {}</a:t>
            </a:r>
          </a:p>
          <a:p>
            <a:r>
              <a:rPr lang="pt-BR" sz="2500" dirty="0"/>
              <a:t>Dentro das chaves iremos colocar o código para printar a mensagem:</a:t>
            </a:r>
          </a:p>
          <a:p>
            <a:r>
              <a:rPr lang="pt-BR" sz="2500" dirty="0"/>
              <a:t>Print(‘msg’);</a:t>
            </a:r>
          </a:p>
          <a:p>
            <a:r>
              <a:rPr lang="pt-BR" sz="2500" dirty="0"/>
              <a:t>Salve o arquivo e execute ele.</a:t>
            </a:r>
          </a:p>
          <a:p>
            <a:endParaRPr lang="pt-BR" sz="2500" dirty="0"/>
          </a:p>
          <a:p>
            <a:endParaRPr lang="pt-BR" sz="1600" dirty="0"/>
          </a:p>
          <a:p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15988593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7594144" cy="1618489"/>
          </a:xfrm>
        </p:spPr>
        <p:txBody>
          <a:bodyPr anchor="ctr">
            <a:normAutofit/>
          </a:bodyPr>
          <a:lstStyle/>
          <a:p>
            <a:r>
              <a:rPr lang="pt-BR" sz="5400" dirty="0"/>
              <a:t>Iniciando com o Dart (itens básicos)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63930" y="2969469"/>
            <a:ext cx="7239037" cy="2800395"/>
          </a:xfrm>
        </p:spPr>
        <p:txBody>
          <a:bodyPr anchor="t">
            <a:normAutofit fontScale="92500" lnSpcReduction="10000"/>
          </a:bodyPr>
          <a:lstStyle/>
          <a:p>
            <a:r>
              <a:rPr lang="pt-BR" sz="2500" dirty="0"/>
              <a:t>Dart é fortemente </a:t>
            </a:r>
            <a:r>
              <a:rPr lang="pt-BR" sz="2500" dirty="0" err="1"/>
              <a:t>tipada</a:t>
            </a:r>
            <a:r>
              <a:rPr lang="pt-BR" sz="2500" dirty="0"/>
              <a:t>.</a:t>
            </a:r>
          </a:p>
          <a:p>
            <a:r>
              <a:rPr lang="pt-BR" sz="2500" dirty="0"/>
              <a:t>Suporta inferência. Ele consegue entender o tipo do valor quando colocamos e não podemos atribuir outro valor para ele.</a:t>
            </a:r>
          </a:p>
          <a:p>
            <a:pPr lvl="1"/>
            <a:r>
              <a:rPr lang="pt-BR" sz="2100" dirty="0" err="1"/>
              <a:t>Ex</a:t>
            </a:r>
            <a:r>
              <a:rPr lang="pt-BR" sz="2100" dirty="0"/>
              <a:t>: var c = ‘isso é uma </a:t>
            </a:r>
            <a:r>
              <a:rPr lang="pt-BR" sz="2100" dirty="0" err="1"/>
              <a:t>string</a:t>
            </a:r>
            <a:r>
              <a:rPr lang="pt-BR" sz="2100" dirty="0"/>
              <a:t>’</a:t>
            </a:r>
          </a:p>
          <a:p>
            <a:pPr lvl="1"/>
            <a:r>
              <a:rPr lang="pt-BR" sz="2100" dirty="0"/>
              <a:t>       c= 123</a:t>
            </a:r>
          </a:p>
          <a:p>
            <a:pPr lvl="1"/>
            <a:r>
              <a:rPr lang="pt-BR" sz="2100" dirty="0"/>
              <a:t>       </a:t>
            </a:r>
            <a:r>
              <a:rPr lang="pt-BR" sz="2100" dirty="0" err="1"/>
              <a:t>Error</a:t>
            </a:r>
            <a:r>
              <a:rPr lang="pt-BR" sz="2100" dirty="0"/>
              <a:t>!</a:t>
            </a:r>
          </a:p>
          <a:p>
            <a:r>
              <a:rPr lang="pt-BR" sz="2500" dirty="0"/>
              <a:t>Print(c </a:t>
            </a:r>
            <a:r>
              <a:rPr lang="pt-BR" sz="2500" dirty="0" err="1"/>
              <a:t>is</a:t>
            </a:r>
            <a:r>
              <a:rPr lang="pt-BR" sz="2500" dirty="0"/>
              <a:t> </a:t>
            </a:r>
            <a:r>
              <a:rPr lang="pt-BR" sz="2500" dirty="0" err="1"/>
              <a:t>String</a:t>
            </a:r>
            <a:r>
              <a:rPr lang="pt-BR" sz="2500" dirty="0"/>
              <a:t>); # resultado é verdadeiro</a:t>
            </a:r>
          </a:p>
          <a:p>
            <a:endParaRPr lang="pt-BR" sz="2500" dirty="0"/>
          </a:p>
          <a:p>
            <a:endParaRPr lang="pt-BR" sz="1600" dirty="0"/>
          </a:p>
          <a:p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17987769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7594144" cy="1618489"/>
          </a:xfrm>
        </p:spPr>
        <p:txBody>
          <a:bodyPr anchor="ctr">
            <a:normAutofit/>
          </a:bodyPr>
          <a:lstStyle/>
          <a:p>
            <a:r>
              <a:rPr lang="pt-BR" sz="5400" dirty="0"/>
              <a:t>Iniciando com o Dart (itens básicos)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63930" y="2969469"/>
            <a:ext cx="7239037" cy="2800395"/>
          </a:xfrm>
        </p:spPr>
        <p:txBody>
          <a:bodyPr anchor="t">
            <a:normAutofit/>
          </a:bodyPr>
          <a:lstStyle/>
          <a:p>
            <a:r>
              <a:rPr lang="pt-BR" sz="2500" dirty="0"/>
              <a:t>Suporta operadores lógicos:</a:t>
            </a:r>
          </a:p>
          <a:p>
            <a:r>
              <a:rPr lang="pt-BR" sz="2500" dirty="0" err="1"/>
              <a:t>Bool</a:t>
            </a:r>
            <a:r>
              <a:rPr lang="pt-BR" sz="2500" dirty="0"/>
              <a:t> </a:t>
            </a:r>
            <a:r>
              <a:rPr lang="pt-BR" sz="2500" dirty="0" err="1"/>
              <a:t>estaChovendo</a:t>
            </a:r>
            <a:r>
              <a:rPr lang="pt-BR" sz="2500" dirty="0"/>
              <a:t>= </a:t>
            </a:r>
            <a:r>
              <a:rPr lang="pt-BR" sz="2500" dirty="0" err="1"/>
              <a:t>true</a:t>
            </a:r>
            <a:r>
              <a:rPr lang="pt-BR" sz="2500" dirty="0"/>
              <a:t>;</a:t>
            </a:r>
          </a:p>
          <a:p>
            <a:r>
              <a:rPr lang="pt-BR" sz="2500" dirty="0" err="1"/>
              <a:t>Bool</a:t>
            </a:r>
            <a:r>
              <a:rPr lang="pt-BR" sz="2500" dirty="0"/>
              <a:t> </a:t>
            </a:r>
            <a:r>
              <a:rPr lang="pt-BR" sz="2500" dirty="0" err="1"/>
              <a:t>estaFrio</a:t>
            </a:r>
            <a:r>
              <a:rPr lang="pt-BR" sz="2500" dirty="0"/>
              <a:t>= false;</a:t>
            </a:r>
          </a:p>
          <a:p>
            <a:r>
              <a:rPr lang="pt-BR" sz="2500" dirty="0"/>
              <a:t>Print(</a:t>
            </a:r>
            <a:r>
              <a:rPr lang="pt-BR" sz="2500" dirty="0" err="1"/>
              <a:t>estaChovendo</a:t>
            </a:r>
            <a:r>
              <a:rPr lang="pt-BR" sz="2500" dirty="0"/>
              <a:t> || </a:t>
            </a:r>
            <a:r>
              <a:rPr lang="pt-BR" sz="2500" dirty="0" err="1"/>
              <a:t>estaFrio</a:t>
            </a:r>
            <a:r>
              <a:rPr lang="pt-BR" sz="2500" dirty="0"/>
              <a:t> ); #ou</a:t>
            </a:r>
          </a:p>
          <a:p>
            <a:r>
              <a:rPr lang="pt-BR" sz="2500" dirty="0"/>
              <a:t>Print(</a:t>
            </a:r>
            <a:r>
              <a:rPr lang="pt-BR" sz="2500" dirty="0" err="1"/>
              <a:t>estaChovendo</a:t>
            </a:r>
            <a:r>
              <a:rPr lang="pt-BR" sz="2500" dirty="0"/>
              <a:t> &amp;&amp; </a:t>
            </a:r>
            <a:r>
              <a:rPr lang="pt-BR" sz="2500" dirty="0" err="1"/>
              <a:t>estaFrio</a:t>
            </a:r>
            <a:r>
              <a:rPr lang="pt-BR" sz="2500" dirty="0"/>
              <a:t> ); #e</a:t>
            </a:r>
          </a:p>
          <a:p>
            <a:r>
              <a:rPr lang="pt-BR" sz="2500" dirty="0"/>
              <a:t>Print(! </a:t>
            </a:r>
            <a:r>
              <a:rPr lang="pt-BR" sz="2500" dirty="0" err="1"/>
              <a:t>estaChovendo</a:t>
            </a:r>
            <a:r>
              <a:rPr lang="pt-BR" sz="2500" dirty="0"/>
              <a:t>) #negação</a:t>
            </a:r>
          </a:p>
          <a:p>
            <a:endParaRPr lang="pt-BR" sz="2500" dirty="0"/>
          </a:p>
          <a:p>
            <a:endParaRPr lang="pt-BR" sz="2100" dirty="0"/>
          </a:p>
          <a:p>
            <a:endParaRPr lang="pt-BR" sz="2500" dirty="0"/>
          </a:p>
          <a:p>
            <a:endParaRPr lang="pt-BR" sz="1600" dirty="0"/>
          </a:p>
          <a:p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11007971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7594144" cy="1618489"/>
          </a:xfrm>
        </p:spPr>
        <p:txBody>
          <a:bodyPr anchor="ctr">
            <a:normAutofit/>
          </a:bodyPr>
          <a:lstStyle/>
          <a:p>
            <a:r>
              <a:rPr lang="pt-BR" sz="5400" dirty="0"/>
              <a:t>Iniciando com o Dart (itens básicos)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63930" y="2969469"/>
            <a:ext cx="7239037" cy="2800395"/>
          </a:xfrm>
        </p:spPr>
        <p:txBody>
          <a:bodyPr anchor="t">
            <a:normAutofit fontScale="85000" lnSpcReduction="20000"/>
          </a:bodyPr>
          <a:lstStyle/>
          <a:p>
            <a:r>
              <a:rPr lang="pt-BR" sz="2500" dirty="0"/>
              <a:t>Podemos usar listas</a:t>
            </a:r>
          </a:p>
          <a:p>
            <a:r>
              <a:rPr lang="pt-BR" sz="2500" dirty="0"/>
              <a:t>Var nomes=[‘</a:t>
            </a:r>
            <a:r>
              <a:rPr lang="pt-BR" sz="2500" dirty="0" err="1"/>
              <a:t>Juquinha’,’Bia’,’Maria</a:t>
            </a:r>
            <a:r>
              <a:rPr lang="pt-BR" sz="2500" dirty="0"/>
              <a:t>’];</a:t>
            </a:r>
          </a:p>
          <a:p>
            <a:r>
              <a:rPr lang="pt-BR" sz="2500" dirty="0" err="1"/>
              <a:t>Nomes.add</a:t>
            </a:r>
            <a:r>
              <a:rPr lang="pt-BR" sz="2500" dirty="0"/>
              <a:t>(‘Irineu’);</a:t>
            </a:r>
          </a:p>
          <a:p>
            <a:r>
              <a:rPr lang="pt-BR" sz="2500" dirty="0"/>
              <a:t>Print(</a:t>
            </a:r>
            <a:r>
              <a:rPr lang="pt-BR" sz="2500" dirty="0" err="1"/>
              <a:t>nomes.length</a:t>
            </a:r>
            <a:r>
              <a:rPr lang="pt-BR" sz="2500" dirty="0"/>
              <a:t>);</a:t>
            </a:r>
          </a:p>
          <a:p>
            <a:r>
              <a:rPr lang="pt-BR" sz="2500" dirty="0"/>
              <a:t>Para acessar elementos:</a:t>
            </a:r>
          </a:p>
          <a:p>
            <a:r>
              <a:rPr lang="pt-BR" sz="2500" dirty="0"/>
              <a:t>Print(</a:t>
            </a:r>
            <a:r>
              <a:rPr lang="pt-BR" sz="2500" dirty="0" err="1"/>
              <a:t>nomes.elementAt</a:t>
            </a:r>
            <a:r>
              <a:rPr lang="pt-BR" sz="2500" dirty="0"/>
              <a:t>(0));</a:t>
            </a:r>
          </a:p>
          <a:p>
            <a:r>
              <a:rPr lang="pt-BR" sz="2500" dirty="0"/>
              <a:t>Print(nomes.[2]);</a:t>
            </a:r>
          </a:p>
          <a:p>
            <a:r>
              <a:rPr lang="pt-BR" sz="2500" dirty="0"/>
              <a:t>Uma lista aceita valores duplicados.</a:t>
            </a:r>
          </a:p>
          <a:p>
            <a:endParaRPr lang="pt-BR" sz="2100" dirty="0"/>
          </a:p>
          <a:p>
            <a:endParaRPr lang="pt-BR" sz="2500" dirty="0"/>
          </a:p>
          <a:p>
            <a:endParaRPr lang="pt-BR" sz="1600" dirty="0"/>
          </a:p>
          <a:p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22710576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7594144" cy="1618489"/>
          </a:xfrm>
        </p:spPr>
        <p:txBody>
          <a:bodyPr anchor="ctr">
            <a:normAutofit/>
          </a:bodyPr>
          <a:lstStyle/>
          <a:p>
            <a:r>
              <a:rPr lang="pt-BR" sz="5400" dirty="0"/>
              <a:t>Iniciando com o Dart (itens básicos)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63930" y="2969469"/>
            <a:ext cx="7239037" cy="2800395"/>
          </a:xfrm>
        </p:spPr>
        <p:txBody>
          <a:bodyPr anchor="t">
            <a:normAutofit fontScale="92500" lnSpcReduction="20000"/>
          </a:bodyPr>
          <a:lstStyle/>
          <a:p>
            <a:r>
              <a:rPr lang="pt-BR" sz="2500" dirty="0"/>
              <a:t>Aceita conjunto de dados:</a:t>
            </a:r>
          </a:p>
          <a:p>
            <a:r>
              <a:rPr lang="pt-BR" sz="2500" dirty="0"/>
              <a:t>Var conjunto={0,1,2,3,4,4,4,4};</a:t>
            </a:r>
          </a:p>
          <a:p>
            <a:r>
              <a:rPr lang="pt-BR" sz="2500" dirty="0"/>
              <a:t>Set&lt;</a:t>
            </a:r>
            <a:r>
              <a:rPr lang="pt-BR" sz="2500" dirty="0" err="1"/>
              <a:t>int</a:t>
            </a:r>
            <a:r>
              <a:rPr lang="pt-BR" sz="2500" dirty="0"/>
              <a:t>&gt; conjunto2={0,1,2,3,4,4,4,4};</a:t>
            </a:r>
          </a:p>
          <a:p>
            <a:r>
              <a:rPr lang="pt-BR" sz="2500" dirty="0"/>
              <a:t>Print(</a:t>
            </a:r>
            <a:r>
              <a:rPr lang="pt-BR" sz="2500" dirty="0" err="1"/>
              <a:t>conjunto.legth</a:t>
            </a:r>
            <a:r>
              <a:rPr lang="pt-BR" sz="2500" dirty="0"/>
              <a:t>);</a:t>
            </a:r>
          </a:p>
          <a:p>
            <a:r>
              <a:rPr lang="pt-BR" sz="2500" dirty="0"/>
              <a:t>Conjunto não aceita itens repetidos.</a:t>
            </a:r>
          </a:p>
          <a:p>
            <a:r>
              <a:rPr lang="pt-BR" sz="2500" dirty="0"/>
              <a:t>Para verificar se ele é realmente um conjunto:</a:t>
            </a:r>
          </a:p>
          <a:p>
            <a:r>
              <a:rPr lang="pt-BR" sz="2500" dirty="0"/>
              <a:t>Print(conjunto </a:t>
            </a:r>
            <a:r>
              <a:rPr lang="pt-BR" sz="2500" dirty="0" err="1"/>
              <a:t>is</a:t>
            </a:r>
            <a:r>
              <a:rPr lang="pt-BR" sz="2500" dirty="0"/>
              <a:t> Set);</a:t>
            </a:r>
          </a:p>
          <a:p>
            <a:endParaRPr lang="pt-BR" sz="2500" dirty="0"/>
          </a:p>
          <a:p>
            <a:endParaRPr lang="pt-BR" sz="2500" dirty="0"/>
          </a:p>
          <a:p>
            <a:endParaRPr lang="pt-BR" sz="2500" dirty="0"/>
          </a:p>
          <a:p>
            <a:endParaRPr lang="pt-BR" sz="2500" dirty="0"/>
          </a:p>
          <a:p>
            <a:endParaRPr lang="pt-BR" sz="2100" dirty="0"/>
          </a:p>
          <a:p>
            <a:endParaRPr lang="pt-BR" sz="2500" dirty="0"/>
          </a:p>
          <a:p>
            <a:endParaRPr lang="pt-BR" sz="1600" dirty="0"/>
          </a:p>
          <a:p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41379461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7594144" cy="1618489"/>
          </a:xfrm>
        </p:spPr>
        <p:txBody>
          <a:bodyPr anchor="ctr">
            <a:normAutofit/>
          </a:bodyPr>
          <a:lstStyle/>
          <a:p>
            <a:r>
              <a:rPr lang="pt-BR" sz="5400" dirty="0"/>
              <a:t>Iniciando com o Dart (itens básicos)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63930" y="2969469"/>
            <a:ext cx="7239037" cy="2800395"/>
          </a:xfrm>
        </p:spPr>
        <p:txBody>
          <a:bodyPr anchor="t">
            <a:normAutofit/>
          </a:bodyPr>
          <a:lstStyle/>
          <a:p>
            <a:r>
              <a:rPr lang="pt-BR" sz="2500" dirty="0"/>
              <a:t>Aceita </a:t>
            </a:r>
            <a:r>
              <a:rPr lang="pt-BR" sz="2500" dirty="0" err="1"/>
              <a:t>map</a:t>
            </a:r>
            <a:r>
              <a:rPr lang="pt-BR" sz="2500" dirty="0"/>
              <a:t>:</a:t>
            </a:r>
          </a:p>
          <a:p>
            <a:r>
              <a:rPr lang="pt-BR" sz="2500" dirty="0"/>
              <a:t>Map&lt;</a:t>
            </a:r>
            <a:r>
              <a:rPr lang="pt-BR" sz="2500" dirty="0" err="1"/>
              <a:t>String</a:t>
            </a:r>
            <a:r>
              <a:rPr lang="pt-BR" sz="2500" dirty="0"/>
              <a:t>, </a:t>
            </a:r>
            <a:r>
              <a:rPr lang="pt-BR" sz="2500" dirty="0" err="1"/>
              <a:t>double</a:t>
            </a:r>
            <a:r>
              <a:rPr lang="pt-BR" sz="2500" dirty="0"/>
              <a:t>&gt; </a:t>
            </a:r>
            <a:r>
              <a:rPr lang="pt-BR" sz="2500" dirty="0" err="1"/>
              <a:t>notaDosAlunos</a:t>
            </a:r>
            <a:r>
              <a:rPr lang="pt-BR" sz="2500" dirty="0"/>
              <a:t> = {</a:t>
            </a:r>
          </a:p>
          <a:p>
            <a:r>
              <a:rPr lang="pt-BR" sz="2500" dirty="0"/>
              <a:t>‘Juquinha’: 10.0,</a:t>
            </a:r>
          </a:p>
          <a:p>
            <a:r>
              <a:rPr lang="pt-BR" sz="2500" dirty="0"/>
              <a:t>‘Maria’:7.8,</a:t>
            </a:r>
          </a:p>
          <a:p>
            <a:r>
              <a:rPr lang="pt-BR" sz="2500" dirty="0"/>
              <a:t>‘Humberto </a:t>
            </a:r>
            <a:r>
              <a:rPr lang="pt-BR" sz="2500" dirty="0" err="1"/>
              <a:t>Doisberto</a:t>
            </a:r>
            <a:r>
              <a:rPr lang="pt-BR" sz="2500" dirty="0"/>
              <a:t>’ : 3.5,</a:t>
            </a:r>
          </a:p>
          <a:p>
            <a:r>
              <a:rPr lang="pt-BR" sz="2500" dirty="0"/>
              <a:t>}</a:t>
            </a:r>
          </a:p>
          <a:p>
            <a:endParaRPr lang="pt-BR" sz="2500" dirty="0"/>
          </a:p>
          <a:p>
            <a:endParaRPr lang="pt-BR" sz="2500" dirty="0"/>
          </a:p>
          <a:p>
            <a:endParaRPr lang="pt-BR" sz="2500" dirty="0"/>
          </a:p>
          <a:p>
            <a:endParaRPr lang="pt-BR" sz="2500" dirty="0"/>
          </a:p>
          <a:p>
            <a:endParaRPr lang="pt-BR" sz="2100" dirty="0"/>
          </a:p>
          <a:p>
            <a:endParaRPr lang="pt-BR" sz="2500" dirty="0"/>
          </a:p>
          <a:p>
            <a:endParaRPr lang="pt-BR" sz="1600" dirty="0"/>
          </a:p>
          <a:p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40034665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7594144" cy="1618489"/>
          </a:xfrm>
        </p:spPr>
        <p:txBody>
          <a:bodyPr anchor="ctr">
            <a:normAutofit/>
          </a:bodyPr>
          <a:lstStyle/>
          <a:p>
            <a:r>
              <a:rPr lang="pt-BR" sz="5400" dirty="0"/>
              <a:t>Iniciando com o Dart (itens básicos)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63930" y="2969469"/>
            <a:ext cx="7239037" cy="2800395"/>
          </a:xfrm>
        </p:spPr>
        <p:txBody>
          <a:bodyPr anchor="t">
            <a:normAutofit/>
          </a:bodyPr>
          <a:lstStyle/>
          <a:p>
            <a:r>
              <a:rPr lang="pt-BR" sz="2500" dirty="0"/>
              <a:t>Para percorrer use uma estrutura de repetição.</a:t>
            </a:r>
          </a:p>
          <a:p>
            <a:r>
              <a:rPr lang="pt-BR" sz="2500" dirty="0"/>
              <a:t>Quais são as possíveis?</a:t>
            </a:r>
          </a:p>
          <a:p>
            <a:endParaRPr lang="pt-BR" sz="2500" dirty="0"/>
          </a:p>
          <a:p>
            <a:endParaRPr lang="pt-BR" sz="2500" dirty="0"/>
          </a:p>
          <a:p>
            <a:endParaRPr lang="pt-BR" sz="2500" dirty="0"/>
          </a:p>
          <a:p>
            <a:endParaRPr lang="pt-BR" sz="2500" dirty="0"/>
          </a:p>
          <a:p>
            <a:endParaRPr lang="pt-BR" sz="2100" dirty="0"/>
          </a:p>
          <a:p>
            <a:endParaRPr lang="pt-BR" sz="2500" dirty="0"/>
          </a:p>
          <a:p>
            <a:endParaRPr lang="pt-BR" sz="1600" dirty="0"/>
          </a:p>
          <a:p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13251941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7594144" cy="1618489"/>
          </a:xfrm>
        </p:spPr>
        <p:txBody>
          <a:bodyPr anchor="ctr">
            <a:normAutofit/>
          </a:bodyPr>
          <a:lstStyle/>
          <a:p>
            <a:r>
              <a:rPr lang="pt-BR" sz="5400" dirty="0"/>
              <a:t>Iniciando com o Dart (itens básicos)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63930" y="2969469"/>
            <a:ext cx="7239037" cy="2800395"/>
          </a:xfrm>
        </p:spPr>
        <p:txBody>
          <a:bodyPr anchor="t">
            <a:normAutofit/>
          </a:bodyPr>
          <a:lstStyle/>
          <a:p>
            <a:r>
              <a:rPr lang="pt-BR" sz="2500" dirty="0"/>
              <a:t>Para percorrer use uma estrutura de repetição.</a:t>
            </a:r>
          </a:p>
          <a:p>
            <a:r>
              <a:rPr lang="pt-BR" sz="2500" dirty="0"/>
              <a:t>Quais são as possíveis?</a:t>
            </a:r>
          </a:p>
          <a:p>
            <a:r>
              <a:rPr lang="pt-BR" sz="2500" dirty="0"/>
              <a:t>For</a:t>
            </a:r>
          </a:p>
          <a:p>
            <a:r>
              <a:rPr lang="pt-BR" sz="2500" dirty="0"/>
              <a:t>Do</a:t>
            </a:r>
          </a:p>
          <a:p>
            <a:r>
              <a:rPr lang="pt-BR" sz="2500" dirty="0" err="1"/>
              <a:t>while</a:t>
            </a:r>
            <a:endParaRPr lang="pt-BR" sz="2500" dirty="0"/>
          </a:p>
          <a:p>
            <a:endParaRPr lang="pt-BR" sz="2500" dirty="0"/>
          </a:p>
          <a:p>
            <a:endParaRPr lang="pt-BR" sz="2500" dirty="0"/>
          </a:p>
          <a:p>
            <a:endParaRPr lang="pt-BR" sz="2500" dirty="0"/>
          </a:p>
          <a:p>
            <a:endParaRPr lang="pt-BR" sz="2500" dirty="0"/>
          </a:p>
          <a:p>
            <a:endParaRPr lang="pt-BR" sz="2100" dirty="0"/>
          </a:p>
          <a:p>
            <a:endParaRPr lang="pt-BR" sz="2500" dirty="0"/>
          </a:p>
          <a:p>
            <a:endParaRPr lang="pt-BR" sz="1600" dirty="0"/>
          </a:p>
          <a:p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17256185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7594144" cy="1618489"/>
          </a:xfrm>
        </p:spPr>
        <p:txBody>
          <a:bodyPr anchor="ctr">
            <a:normAutofit/>
          </a:bodyPr>
          <a:lstStyle/>
          <a:p>
            <a:r>
              <a:rPr lang="pt-BR" sz="5400" dirty="0"/>
              <a:t>Iniciando com o Dart (itens básicos)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63930" y="2969469"/>
            <a:ext cx="7239037" cy="2800395"/>
          </a:xfrm>
        </p:spPr>
        <p:txBody>
          <a:bodyPr anchor="t">
            <a:normAutofit/>
          </a:bodyPr>
          <a:lstStyle/>
          <a:p>
            <a:r>
              <a:rPr lang="pt-BR" sz="2500" dirty="0"/>
              <a:t>Para percorrer use uma estrutura de repetição.</a:t>
            </a:r>
          </a:p>
          <a:p>
            <a:r>
              <a:rPr lang="pt-BR" sz="2500" dirty="0"/>
              <a:t>Para percorrer as chaves:</a:t>
            </a:r>
          </a:p>
          <a:p>
            <a:r>
              <a:rPr lang="pt-BR" sz="2500" dirty="0"/>
              <a:t>For (var chave in </a:t>
            </a:r>
            <a:r>
              <a:rPr lang="pt-BR" sz="2500" dirty="0" err="1"/>
              <a:t>notasDosAlunos.keys</a:t>
            </a:r>
            <a:r>
              <a:rPr lang="pt-BR" sz="2500" dirty="0"/>
              <a:t>){</a:t>
            </a:r>
          </a:p>
          <a:p>
            <a:r>
              <a:rPr lang="pt-BR" sz="2500" dirty="0"/>
              <a:t>Print(‘Chave: $chave’);</a:t>
            </a:r>
          </a:p>
          <a:p>
            <a:r>
              <a:rPr lang="pt-BR" sz="2500" dirty="0"/>
              <a:t>}</a:t>
            </a:r>
          </a:p>
          <a:p>
            <a:endParaRPr lang="pt-BR" sz="2500" dirty="0"/>
          </a:p>
          <a:p>
            <a:endParaRPr lang="pt-BR" sz="2500" dirty="0"/>
          </a:p>
          <a:p>
            <a:endParaRPr lang="pt-BR" sz="2500" dirty="0"/>
          </a:p>
          <a:p>
            <a:endParaRPr lang="pt-BR" sz="2500" dirty="0"/>
          </a:p>
          <a:p>
            <a:endParaRPr lang="pt-BR" sz="2100" dirty="0"/>
          </a:p>
          <a:p>
            <a:endParaRPr lang="pt-BR" sz="2500" dirty="0"/>
          </a:p>
          <a:p>
            <a:endParaRPr lang="pt-BR" sz="1600" dirty="0"/>
          </a:p>
          <a:p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42198853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7594144" cy="1618489"/>
          </a:xfrm>
        </p:spPr>
        <p:txBody>
          <a:bodyPr anchor="ctr">
            <a:normAutofit/>
          </a:bodyPr>
          <a:lstStyle/>
          <a:p>
            <a:r>
              <a:rPr lang="pt-BR" sz="5400" dirty="0"/>
              <a:t>Iniciando com o Dart (itens básicos)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63930" y="2969469"/>
            <a:ext cx="7239037" cy="2800395"/>
          </a:xfrm>
        </p:spPr>
        <p:txBody>
          <a:bodyPr anchor="t">
            <a:normAutofit/>
          </a:bodyPr>
          <a:lstStyle/>
          <a:p>
            <a:r>
              <a:rPr lang="pt-BR" sz="2500" dirty="0"/>
              <a:t>Para percorrer use uma estrutura de repetição.</a:t>
            </a:r>
          </a:p>
          <a:p>
            <a:r>
              <a:rPr lang="pt-BR" sz="2500" dirty="0"/>
              <a:t>Para percorrer os valores:</a:t>
            </a:r>
          </a:p>
          <a:p>
            <a:r>
              <a:rPr lang="pt-BR" sz="2500" dirty="0"/>
              <a:t>For (var valor in </a:t>
            </a:r>
            <a:r>
              <a:rPr lang="pt-BR" sz="2500" dirty="0" err="1"/>
              <a:t>notasDosAlunos.values</a:t>
            </a:r>
            <a:r>
              <a:rPr lang="pt-BR" sz="2500" dirty="0"/>
              <a:t>){</a:t>
            </a:r>
          </a:p>
          <a:p>
            <a:r>
              <a:rPr lang="pt-BR" sz="2500" dirty="0"/>
              <a:t>Print(‘valor: $valor’);</a:t>
            </a:r>
          </a:p>
          <a:p>
            <a:r>
              <a:rPr lang="pt-BR" sz="2500" dirty="0"/>
              <a:t>}</a:t>
            </a:r>
          </a:p>
          <a:p>
            <a:endParaRPr lang="pt-BR" sz="2500" dirty="0"/>
          </a:p>
          <a:p>
            <a:endParaRPr lang="pt-BR" sz="2500" dirty="0"/>
          </a:p>
          <a:p>
            <a:endParaRPr lang="pt-BR" sz="2500" dirty="0"/>
          </a:p>
          <a:p>
            <a:endParaRPr lang="pt-BR" sz="2500" dirty="0"/>
          </a:p>
          <a:p>
            <a:endParaRPr lang="pt-BR" sz="2100" dirty="0"/>
          </a:p>
          <a:p>
            <a:endParaRPr lang="pt-BR" sz="2500" dirty="0"/>
          </a:p>
          <a:p>
            <a:endParaRPr lang="pt-BR" sz="1600" dirty="0"/>
          </a:p>
          <a:p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27786068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7594144" cy="1618489"/>
          </a:xfrm>
        </p:spPr>
        <p:txBody>
          <a:bodyPr anchor="ctr">
            <a:normAutofit/>
          </a:bodyPr>
          <a:lstStyle/>
          <a:p>
            <a:r>
              <a:rPr lang="pt-BR" sz="5400" dirty="0"/>
              <a:t>Iniciando com o Dart (itens básicos)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63930" y="2969469"/>
            <a:ext cx="7239037" cy="2800395"/>
          </a:xfrm>
        </p:spPr>
        <p:txBody>
          <a:bodyPr anchor="t">
            <a:normAutofit/>
          </a:bodyPr>
          <a:lstStyle/>
          <a:p>
            <a:r>
              <a:rPr lang="pt-BR" sz="2500" dirty="0"/>
              <a:t>Para percorrer use uma estrutura de repetição.</a:t>
            </a:r>
          </a:p>
          <a:p>
            <a:r>
              <a:rPr lang="pt-BR" sz="2500" dirty="0"/>
              <a:t>Para percorrer a chave + o valor:</a:t>
            </a:r>
          </a:p>
          <a:p>
            <a:r>
              <a:rPr lang="pt-BR" sz="2500" dirty="0"/>
              <a:t>For (var registro in </a:t>
            </a:r>
            <a:r>
              <a:rPr lang="pt-BR" sz="2500" dirty="0" err="1"/>
              <a:t>notasDosAlunos</a:t>
            </a:r>
            <a:r>
              <a:rPr lang="pt-BR" sz="2500" dirty="0"/>
              <a:t>. </a:t>
            </a:r>
            <a:r>
              <a:rPr lang="pt-BR" sz="2500" dirty="0" err="1"/>
              <a:t>entries</a:t>
            </a:r>
            <a:r>
              <a:rPr lang="pt-BR" sz="2500" dirty="0"/>
              <a:t>){</a:t>
            </a:r>
          </a:p>
          <a:p>
            <a:r>
              <a:rPr lang="pt-BR" sz="2500" dirty="0"/>
              <a:t>Print(‘${</a:t>
            </a:r>
            <a:r>
              <a:rPr lang="pt-BR" sz="2500" dirty="0" err="1"/>
              <a:t>registro.key</a:t>
            </a:r>
            <a:r>
              <a:rPr lang="pt-BR" sz="2500" dirty="0"/>
              <a:t>}  = ${</a:t>
            </a:r>
            <a:r>
              <a:rPr lang="pt-BR" sz="2500" dirty="0" err="1"/>
              <a:t>registro.value</a:t>
            </a:r>
            <a:r>
              <a:rPr lang="pt-BR" sz="2500" dirty="0"/>
              <a:t>}’);</a:t>
            </a:r>
          </a:p>
          <a:p>
            <a:r>
              <a:rPr lang="pt-BR" sz="2500" dirty="0"/>
              <a:t>}</a:t>
            </a:r>
          </a:p>
          <a:p>
            <a:endParaRPr lang="pt-BR" sz="2500" dirty="0"/>
          </a:p>
          <a:p>
            <a:endParaRPr lang="pt-BR" sz="2500" dirty="0"/>
          </a:p>
          <a:p>
            <a:endParaRPr lang="pt-BR" sz="2500" dirty="0"/>
          </a:p>
          <a:p>
            <a:endParaRPr lang="pt-BR" sz="2500" dirty="0"/>
          </a:p>
          <a:p>
            <a:endParaRPr lang="pt-BR" sz="2100" dirty="0"/>
          </a:p>
          <a:p>
            <a:endParaRPr lang="pt-BR" sz="2500" dirty="0"/>
          </a:p>
          <a:p>
            <a:endParaRPr lang="pt-BR" sz="1600" dirty="0"/>
          </a:p>
          <a:p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13583672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63930" y="68826"/>
            <a:ext cx="7239037" cy="6705600"/>
          </a:xfrm>
        </p:spPr>
        <p:txBody>
          <a:bodyPr anchor="t">
            <a:normAutofit fontScale="62500" lnSpcReduction="20000"/>
          </a:bodyPr>
          <a:lstStyle/>
          <a:p>
            <a:r>
              <a:rPr lang="pt-BR" sz="16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Criação de um mapa com as notas dos alunos</a:t>
            </a:r>
            <a:endParaRPr lang="pt-B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notasDosAlunos</a:t>
            </a:r>
            <a: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'Alice'</a:t>
            </a:r>
            <a:r>
              <a:rPr lang="pt-B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85</a:t>
            </a:r>
            <a: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'Bob'</a:t>
            </a:r>
            <a:r>
              <a:rPr lang="pt-B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90</a:t>
            </a:r>
            <a: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'Charlie'</a:t>
            </a:r>
            <a:r>
              <a:rPr lang="pt-B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88</a:t>
            </a:r>
            <a: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'Diana'</a:t>
            </a:r>
            <a:r>
              <a:rPr lang="pt-B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92</a:t>
            </a:r>
            <a:endParaRPr lang="pt-B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};</a:t>
            </a:r>
          </a:p>
          <a:p>
            <a:b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Percorrendo as chaves do mapa e imprimindo cada uma</a:t>
            </a:r>
            <a:endParaRPr lang="pt-B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pt-B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chave</a:t>
            </a:r>
            <a: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notasDosAlunos</a:t>
            </a:r>
            <a:r>
              <a:rPr lang="pt-BR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keys</a:t>
            </a:r>
            <a: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'Chave: </a:t>
            </a:r>
            <a:r>
              <a:rPr lang="pt-B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pt-B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chave</a:t>
            </a:r>
            <a:r>
              <a:rPr lang="pt-B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b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Percorrendo os valores do mapa e imprimindo cada um</a:t>
            </a:r>
            <a:endParaRPr lang="pt-B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pt-B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valor</a:t>
            </a:r>
            <a: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notasDosAlunos</a:t>
            </a:r>
            <a:r>
              <a:rPr lang="pt-BR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values</a:t>
            </a:r>
            <a: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'Valor: </a:t>
            </a:r>
            <a:r>
              <a:rPr lang="pt-B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pt-B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valor</a:t>
            </a:r>
            <a:r>
              <a:rPr lang="pt-B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b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Percorrendo as chaves e valores do mapa e imprimindo ambos por meio do conceito de </a:t>
            </a:r>
            <a:r>
              <a:rPr lang="pt-BR" sz="16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entries</a:t>
            </a:r>
            <a:endParaRPr lang="pt-B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pt-B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registro</a:t>
            </a:r>
            <a: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notasDosAlunos</a:t>
            </a:r>
            <a:r>
              <a:rPr lang="pt-BR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entries</a:t>
            </a:r>
            <a: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pt-BR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registro</a:t>
            </a:r>
            <a:r>
              <a:rPr lang="pt-BR" sz="16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pt-B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pt-B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 = </a:t>
            </a:r>
            <a:r>
              <a:rPr lang="pt-B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pt-BR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registro</a:t>
            </a:r>
            <a:r>
              <a:rPr lang="pt-BR" sz="16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pt-B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pt-B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b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Percorrendo as chaves e valores do mapa e imprimindo ambos</a:t>
            </a:r>
            <a:endParaRPr lang="pt-B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notasDosAlunos</a:t>
            </a:r>
            <a:r>
              <a:rPr lang="pt-BR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forEach</a:t>
            </a:r>
            <a: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pt-B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chave</a:t>
            </a:r>
            <a: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valor</a:t>
            </a:r>
            <a: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'Chave: </a:t>
            </a:r>
            <a:r>
              <a:rPr lang="pt-B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pt-B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chave</a:t>
            </a:r>
            <a:r>
              <a:rPr lang="pt-B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, Valor: </a:t>
            </a:r>
            <a:r>
              <a:rPr lang="pt-B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pt-B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valor</a:t>
            </a:r>
            <a:r>
              <a:rPr lang="pt-B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});</a:t>
            </a:r>
          </a:p>
          <a:p>
            <a: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  <a:endParaRPr lang="pt-BR" sz="2500" dirty="0"/>
          </a:p>
          <a:p>
            <a:endParaRPr lang="pt-BR" sz="2100" dirty="0"/>
          </a:p>
          <a:p>
            <a:endParaRPr lang="pt-BR" sz="2500" dirty="0"/>
          </a:p>
          <a:p>
            <a:endParaRPr lang="pt-BR" sz="1600" dirty="0"/>
          </a:p>
          <a:p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13322053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7594144" cy="1618489"/>
          </a:xfrm>
        </p:spPr>
        <p:txBody>
          <a:bodyPr anchor="ctr">
            <a:normAutofit/>
          </a:bodyPr>
          <a:lstStyle/>
          <a:p>
            <a:r>
              <a:rPr lang="pt-BR" sz="5400" dirty="0"/>
              <a:t>Iniciando com o Dart (itens básicos)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63930" y="2969469"/>
            <a:ext cx="7239037" cy="2800395"/>
          </a:xfrm>
        </p:spPr>
        <p:txBody>
          <a:bodyPr anchor="t">
            <a:normAutofit fontScale="92500" lnSpcReduction="10000"/>
          </a:bodyPr>
          <a:lstStyle/>
          <a:p>
            <a:r>
              <a:rPr lang="pt-BR" sz="2500" dirty="0"/>
              <a:t>Permite valores dinâmicos:</a:t>
            </a:r>
          </a:p>
          <a:p>
            <a:r>
              <a:rPr lang="pt-BR" sz="2500" dirty="0"/>
              <a:t>Isso permite trabalhar como se fosse uma linguagem fracamente </a:t>
            </a:r>
            <a:r>
              <a:rPr lang="pt-BR" sz="2500" dirty="0" err="1"/>
              <a:t>tipada</a:t>
            </a:r>
            <a:r>
              <a:rPr lang="pt-BR" sz="2500" dirty="0"/>
              <a:t>.</a:t>
            </a:r>
          </a:p>
          <a:p>
            <a:r>
              <a:rPr lang="pt-BR" sz="2500" dirty="0"/>
              <a:t>Dynamic x = ‘teste’;</a:t>
            </a:r>
          </a:p>
          <a:p>
            <a:r>
              <a:rPr lang="pt-BR" sz="2500" dirty="0"/>
              <a:t>X = 123;</a:t>
            </a:r>
          </a:p>
          <a:p>
            <a:r>
              <a:rPr lang="pt-BR" sz="2500" dirty="0"/>
              <a:t>X=false;</a:t>
            </a:r>
          </a:p>
          <a:p>
            <a:r>
              <a:rPr lang="pt-BR" sz="2500" dirty="0"/>
              <a:t>Print(x);</a:t>
            </a:r>
          </a:p>
          <a:p>
            <a:endParaRPr lang="pt-BR" sz="2500" dirty="0"/>
          </a:p>
          <a:p>
            <a:endParaRPr lang="pt-BR" sz="2500" dirty="0"/>
          </a:p>
          <a:p>
            <a:endParaRPr lang="pt-BR" sz="2500" dirty="0"/>
          </a:p>
          <a:p>
            <a:endParaRPr lang="pt-BR" sz="2500" dirty="0"/>
          </a:p>
          <a:p>
            <a:endParaRPr lang="pt-BR" sz="2100" dirty="0"/>
          </a:p>
          <a:p>
            <a:endParaRPr lang="pt-BR" sz="2500" dirty="0"/>
          </a:p>
          <a:p>
            <a:endParaRPr lang="pt-BR" sz="1600" dirty="0"/>
          </a:p>
          <a:p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4517199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7594144" cy="1618489"/>
          </a:xfrm>
        </p:spPr>
        <p:txBody>
          <a:bodyPr anchor="ctr">
            <a:normAutofit/>
          </a:bodyPr>
          <a:lstStyle/>
          <a:p>
            <a:r>
              <a:rPr lang="pt-BR" sz="5400" dirty="0"/>
              <a:t>Iniciando com o Dart (itens básicos)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63930" y="2969469"/>
            <a:ext cx="7239037" cy="2800395"/>
          </a:xfrm>
        </p:spPr>
        <p:txBody>
          <a:bodyPr anchor="t">
            <a:normAutofit fontScale="85000" lnSpcReduction="10000"/>
          </a:bodyPr>
          <a:lstStyle/>
          <a:p>
            <a:r>
              <a:rPr lang="pt-BR" sz="2500" dirty="0"/>
              <a:t>Podemos utilizar final e </a:t>
            </a:r>
            <a:r>
              <a:rPr lang="pt-BR" sz="2500" dirty="0" err="1"/>
              <a:t>const</a:t>
            </a:r>
            <a:r>
              <a:rPr lang="pt-BR" sz="2500" dirty="0"/>
              <a:t> em vars.</a:t>
            </a:r>
          </a:p>
          <a:p>
            <a:r>
              <a:rPr lang="pt-BR" sz="2500" dirty="0"/>
              <a:t>Var = a; a=4;</a:t>
            </a:r>
          </a:p>
          <a:p>
            <a:r>
              <a:rPr lang="pt-BR" sz="2500" dirty="0"/>
              <a:t>Final b=1;</a:t>
            </a:r>
          </a:p>
          <a:p>
            <a:r>
              <a:rPr lang="pt-BR" sz="2500" dirty="0"/>
              <a:t>B=2;</a:t>
            </a:r>
          </a:p>
          <a:p>
            <a:r>
              <a:rPr lang="pt-BR" sz="2500" dirty="0" err="1"/>
              <a:t>Const</a:t>
            </a:r>
            <a:r>
              <a:rPr lang="pt-BR" sz="2500" dirty="0"/>
              <a:t> c=3;</a:t>
            </a:r>
          </a:p>
          <a:p>
            <a:r>
              <a:rPr lang="pt-BR" sz="2500" dirty="0"/>
              <a:t>C=2;</a:t>
            </a:r>
          </a:p>
          <a:p>
            <a:r>
              <a:rPr lang="pt-BR" sz="2500" dirty="0"/>
              <a:t>Qual a diferença entre var, final e </a:t>
            </a:r>
            <a:r>
              <a:rPr lang="pt-BR" sz="2500" dirty="0" err="1"/>
              <a:t>const</a:t>
            </a:r>
            <a:r>
              <a:rPr lang="pt-BR" sz="2500" dirty="0"/>
              <a:t>?? Faça uma pesquisa.</a:t>
            </a:r>
          </a:p>
          <a:p>
            <a:endParaRPr lang="pt-BR" sz="2500" dirty="0"/>
          </a:p>
          <a:p>
            <a:endParaRPr lang="pt-BR" sz="2500" dirty="0"/>
          </a:p>
          <a:p>
            <a:endParaRPr lang="pt-BR" sz="2500" dirty="0"/>
          </a:p>
          <a:p>
            <a:endParaRPr lang="pt-BR" sz="2100" dirty="0"/>
          </a:p>
          <a:p>
            <a:endParaRPr lang="pt-BR" sz="2500" dirty="0"/>
          </a:p>
          <a:p>
            <a:endParaRPr lang="pt-BR" sz="1600" dirty="0"/>
          </a:p>
          <a:p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31608421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7594144" cy="1618489"/>
          </a:xfrm>
        </p:spPr>
        <p:txBody>
          <a:bodyPr anchor="ctr">
            <a:normAutofit/>
          </a:bodyPr>
          <a:lstStyle/>
          <a:p>
            <a:r>
              <a:rPr lang="pt-BR" sz="5400" dirty="0"/>
              <a:t>Iniciando com o Dart (itens básicos)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63930" y="2969469"/>
            <a:ext cx="7239037" cy="3116699"/>
          </a:xfrm>
        </p:spPr>
        <p:txBody>
          <a:bodyPr anchor="t">
            <a:normAutofit fontScale="85000" lnSpcReduction="20000"/>
          </a:bodyPr>
          <a:lstStyle/>
          <a:p>
            <a:r>
              <a:rPr lang="pt-BR" sz="2500" dirty="0"/>
              <a:t>Var = é usado para declarar uma variável cuja tipagem é inferida pelo compilador a partir do valor atribuído. Mutabilidade: Variáveis declaradas com var podem ter seus valores alterados.</a:t>
            </a:r>
          </a:p>
          <a:p>
            <a:r>
              <a:rPr lang="pt-BR" sz="2500" dirty="0"/>
              <a:t>Final = é usado para declarar uma variável que só pode ser atribuída uma vez. Após a atribuição inicial, o valor não pode ser alterado.</a:t>
            </a:r>
          </a:p>
          <a:p>
            <a:r>
              <a:rPr lang="pt-BR" sz="2500" dirty="0" err="1"/>
              <a:t>Const</a:t>
            </a:r>
            <a:r>
              <a:rPr lang="pt-BR" sz="2500" dirty="0"/>
              <a:t> = é usado para declarar uma variável que é uma constante em tempo de compilação. Ou seja, o valor deve ser conhecido em tempo de compilação e não pode ser alterado em tempo de execução.</a:t>
            </a:r>
            <a:endParaRPr lang="pt-BR" sz="2100" dirty="0"/>
          </a:p>
          <a:p>
            <a:endParaRPr lang="pt-BR" sz="2500" dirty="0"/>
          </a:p>
          <a:p>
            <a:endParaRPr lang="pt-BR" sz="1600" dirty="0"/>
          </a:p>
          <a:p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21305043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63930" y="68827"/>
            <a:ext cx="7239037" cy="6017342"/>
          </a:xfrm>
        </p:spPr>
        <p:txBody>
          <a:bodyPr anchor="t">
            <a:normAutofit fontScale="92500" lnSpcReduction="20000"/>
          </a:bodyPr>
          <a:lstStyle/>
          <a:p>
            <a:r>
              <a:rPr lang="pt-BR" sz="16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Utilizando var</a:t>
            </a:r>
            <a:endParaRPr lang="pt-B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'Valor inicial de a: </a:t>
            </a:r>
            <a:r>
              <a:rPr lang="pt-B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pt-B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pt-B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pt-B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Permitido</a:t>
            </a:r>
            <a:endParaRPr lang="pt-B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'Valor alterado de a: </a:t>
            </a:r>
            <a:r>
              <a:rPr lang="pt-B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pt-B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pt-B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</a:p>
          <a:p>
            <a: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Utilizando final</a:t>
            </a:r>
            <a:endParaRPr lang="pt-B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'Valor de b: </a:t>
            </a:r>
            <a:r>
              <a:rPr lang="pt-B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pt-B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pt-B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b = 2; // Não permitido, causará erro de compilação</a:t>
            </a:r>
            <a:endParaRPr lang="pt-B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Utilizando </a:t>
            </a:r>
            <a:r>
              <a:rPr lang="pt-BR" sz="16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const</a:t>
            </a:r>
            <a:endParaRPr lang="pt-B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6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'Valor de c: </a:t>
            </a:r>
            <a:r>
              <a:rPr lang="pt-B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pt-B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pt-B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 = 2; // Não permitido, causará erro de compilação</a:t>
            </a:r>
            <a:endParaRPr lang="pt-B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Tentando modificar valores imutáveis (final e </a:t>
            </a:r>
            <a:r>
              <a:rPr lang="pt-BR" sz="16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pt-B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) causará erros.</a:t>
            </a:r>
            <a:endParaRPr lang="pt-B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pt-B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endParaRPr lang="pt-BR" sz="2500" dirty="0"/>
          </a:p>
          <a:p>
            <a:endParaRPr lang="pt-BR" sz="1600" dirty="0"/>
          </a:p>
          <a:p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32302956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7594144" cy="1618489"/>
          </a:xfrm>
        </p:spPr>
        <p:txBody>
          <a:bodyPr anchor="ctr">
            <a:normAutofit/>
          </a:bodyPr>
          <a:lstStyle/>
          <a:p>
            <a:r>
              <a:rPr lang="pt-BR" sz="5400" dirty="0"/>
              <a:t>Iniciando com o Dart (itens básicos)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63930" y="2969469"/>
            <a:ext cx="7239037" cy="2800395"/>
          </a:xfrm>
        </p:spPr>
        <p:txBody>
          <a:bodyPr anchor="t">
            <a:normAutofit/>
          </a:bodyPr>
          <a:lstStyle/>
          <a:p>
            <a:r>
              <a:rPr lang="pt-BR" sz="2500" dirty="0"/>
              <a:t>Estruturas de repetição:</a:t>
            </a:r>
          </a:p>
          <a:p>
            <a:r>
              <a:rPr lang="pt-BR" sz="2500" dirty="0" err="1"/>
              <a:t>void</a:t>
            </a:r>
            <a:r>
              <a:rPr lang="pt-BR" sz="2500" dirty="0"/>
              <a:t> </a:t>
            </a:r>
            <a:r>
              <a:rPr lang="pt-BR" sz="2500" dirty="0" err="1"/>
              <a:t>main</a:t>
            </a:r>
            <a:r>
              <a:rPr lang="pt-BR" sz="2500" dirty="0"/>
              <a:t>() {</a:t>
            </a:r>
          </a:p>
          <a:p>
            <a:r>
              <a:rPr lang="pt-BR" sz="2500" dirty="0"/>
              <a:t>  for (</a:t>
            </a:r>
            <a:r>
              <a:rPr lang="pt-BR" sz="2500" dirty="0" err="1"/>
              <a:t>int</a:t>
            </a:r>
            <a:r>
              <a:rPr lang="pt-BR" sz="2500" dirty="0"/>
              <a:t> i = 0; i &lt; 5; i++) {</a:t>
            </a:r>
          </a:p>
          <a:p>
            <a:r>
              <a:rPr lang="pt-BR" sz="2500" dirty="0"/>
              <a:t>    print('Juquinha $i');</a:t>
            </a:r>
          </a:p>
          <a:p>
            <a:r>
              <a:rPr lang="pt-BR" sz="2500" dirty="0"/>
              <a:t>  }</a:t>
            </a:r>
          </a:p>
          <a:p>
            <a:r>
              <a:rPr lang="pt-BR" sz="2500" dirty="0"/>
              <a:t>}</a:t>
            </a:r>
          </a:p>
          <a:p>
            <a:endParaRPr lang="pt-BR" sz="2500" dirty="0"/>
          </a:p>
          <a:p>
            <a:endParaRPr lang="pt-BR" sz="2500" dirty="0"/>
          </a:p>
          <a:p>
            <a:endParaRPr lang="pt-BR" sz="2500" dirty="0"/>
          </a:p>
          <a:p>
            <a:endParaRPr lang="pt-BR" sz="2500" dirty="0"/>
          </a:p>
          <a:p>
            <a:endParaRPr lang="pt-BR" sz="2100" dirty="0"/>
          </a:p>
          <a:p>
            <a:endParaRPr lang="pt-BR" sz="2500" dirty="0"/>
          </a:p>
          <a:p>
            <a:endParaRPr lang="pt-BR" sz="1600" dirty="0"/>
          </a:p>
          <a:p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7982771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7594144" cy="1618489"/>
          </a:xfrm>
        </p:spPr>
        <p:txBody>
          <a:bodyPr anchor="ctr">
            <a:normAutofit/>
          </a:bodyPr>
          <a:lstStyle/>
          <a:p>
            <a:r>
              <a:rPr lang="pt-BR" sz="5400" dirty="0"/>
              <a:t>Iniciando com o Dart (itens básicos)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63930" y="2969469"/>
            <a:ext cx="7239037" cy="2800395"/>
          </a:xfrm>
        </p:spPr>
        <p:txBody>
          <a:bodyPr anchor="t">
            <a:normAutofit fontScale="85000" lnSpcReduction="20000"/>
          </a:bodyPr>
          <a:lstStyle/>
          <a:p>
            <a:r>
              <a:rPr lang="pt-BR" sz="2500" dirty="0"/>
              <a:t>Estruturas de repetição:</a:t>
            </a:r>
          </a:p>
          <a:p>
            <a:r>
              <a:rPr lang="pt-BR" sz="2500" dirty="0" err="1"/>
              <a:t>void</a:t>
            </a:r>
            <a:r>
              <a:rPr lang="pt-BR" sz="2500" dirty="0"/>
              <a:t> </a:t>
            </a:r>
            <a:r>
              <a:rPr lang="pt-BR" sz="2500" dirty="0" err="1"/>
              <a:t>main</a:t>
            </a:r>
            <a:r>
              <a:rPr lang="pt-BR" sz="2500" dirty="0"/>
              <a:t>() {</a:t>
            </a:r>
          </a:p>
          <a:p>
            <a:r>
              <a:rPr lang="pt-BR" sz="2500" dirty="0"/>
              <a:t>  </a:t>
            </a:r>
            <a:r>
              <a:rPr lang="pt-BR" sz="2500" dirty="0" err="1"/>
              <a:t>int</a:t>
            </a:r>
            <a:r>
              <a:rPr lang="pt-BR" sz="2500" dirty="0"/>
              <a:t> i = 0;</a:t>
            </a:r>
          </a:p>
          <a:p>
            <a:r>
              <a:rPr lang="pt-BR" sz="2500" dirty="0"/>
              <a:t>  </a:t>
            </a:r>
            <a:r>
              <a:rPr lang="pt-BR" sz="2500" dirty="0" err="1"/>
              <a:t>while</a:t>
            </a:r>
            <a:r>
              <a:rPr lang="pt-BR" sz="2500" dirty="0"/>
              <a:t> (i &lt; 5) {</a:t>
            </a:r>
          </a:p>
          <a:p>
            <a:r>
              <a:rPr lang="pt-BR" sz="2500" dirty="0"/>
              <a:t>    print('Juquinha $i');</a:t>
            </a:r>
          </a:p>
          <a:p>
            <a:r>
              <a:rPr lang="pt-BR" sz="2500" dirty="0"/>
              <a:t>    i++;</a:t>
            </a:r>
          </a:p>
          <a:p>
            <a:r>
              <a:rPr lang="pt-BR" sz="2500" dirty="0"/>
              <a:t>  }</a:t>
            </a:r>
          </a:p>
          <a:p>
            <a:r>
              <a:rPr lang="pt-BR" sz="2500" dirty="0"/>
              <a:t>}</a:t>
            </a:r>
          </a:p>
          <a:p>
            <a:endParaRPr lang="pt-BR" sz="2500" dirty="0"/>
          </a:p>
          <a:p>
            <a:endParaRPr lang="pt-BR" sz="2500" dirty="0"/>
          </a:p>
          <a:p>
            <a:endParaRPr lang="pt-BR" sz="2500" dirty="0"/>
          </a:p>
          <a:p>
            <a:endParaRPr lang="pt-BR" sz="2500" dirty="0"/>
          </a:p>
          <a:p>
            <a:endParaRPr lang="pt-BR" sz="2100" dirty="0"/>
          </a:p>
          <a:p>
            <a:endParaRPr lang="pt-BR" sz="2500" dirty="0"/>
          </a:p>
          <a:p>
            <a:endParaRPr lang="pt-BR" sz="1600" dirty="0"/>
          </a:p>
          <a:p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6165655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7594144" cy="1618489"/>
          </a:xfrm>
        </p:spPr>
        <p:txBody>
          <a:bodyPr anchor="ctr">
            <a:normAutofit/>
          </a:bodyPr>
          <a:lstStyle/>
          <a:p>
            <a:r>
              <a:rPr lang="pt-BR" sz="5400" dirty="0"/>
              <a:t>Iniciando com o Dart (itens básicos)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63930" y="2969469"/>
            <a:ext cx="7239037" cy="2800395"/>
          </a:xfrm>
        </p:spPr>
        <p:txBody>
          <a:bodyPr anchor="t">
            <a:normAutofit fontScale="85000" lnSpcReduction="20000"/>
          </a:bodyPr>
          <a:lstStyle/>
          <a:p>
            <a:r>
              <a:rPr lang="pt-BR" sz="2500" dirty="0"/>
              <a:t>Estruturas de repetição:</a:t>
            </a:r>
          </a:p>
          <a:p>
            <a:r>
              <a:rPr lang="pt-BR" sz="2500" dirty="0" err="1"/>
              <a:t>void</a:t>
            </a:r>
            <a:r>
              <a:rPr lang="pt-BR" sz="2500" dirty="0"/>
              <a:t> </a:t>
            </a:r>
            <a:r>
              <a:rPr lang="pt-BR" sz="2500" dirty="0" err="1"/>
              <a:t>main</a:t>
            </a:r>
            <a:r>
              <a:rPr lang="pt-BR" sz="2500" dirty="0"/>
              <a:t>() {</a:t>
            </a:r>
          </a:p>
          <a:p>
            <a:r>
              <a:rPr lang="pt-BR" sz="2500" dirty="0"/>
              <a:t>  </a:t>
            </a:r>
            <a:r>
              <a:rPr lang="pt-BR" sz="2500" dirty="0" err="1"/>
              <a:t>int</a:t>
            </a:r>
            <a:r>
              <a:rPr lang="pt-BR" sz="2500" dirty="0"/>
              <a:t> i = 0;</a:t>
            </a:r>
          </a:p>
          <a:p>
            <a:r>
              <a:rPr lang="pt-BR" sz="2500" dirty="0"/>
              <a:t>  do {</a:t>
            </a:r>
          </a:p>
          <a:p>
            <a:r>
              <a:rPr lang="pt-BR" sz="2500" dirty="0"/>
              <a:t>    print('</a:t>
            </a:r>
            <a:r>
              <a:rPr lang="pt-BR" sz="2500" dirty="0" err="1"/>
              <a:t>Juks</a:t>
            </a:r>
            <a:r>
              <a:rPr lang="pt-BR" sz="2500" dirty="0"/>
              <a:t> $i');</a:t>
            </a:r>
          </a:p>
          <a:p>
            <a:r>
              <a:rPr lang="pt-BR" sz="2500" dirty="0"/>
              <a:t>    i++;</a:t>
            </a:r>
          </a:p>
          <a:p>
            <a:r>
              <a:rPr lang="pt-BR" sz="2500" dirty="0"/>
              <a:t>  } </a:t>
            </a:r>
            <a:r>
              <a:rPr lang="pt-BR" sz="2500" dirty="0" err="1"/>
              <a:t>while</a:t>
            </a:r>
            <a:r>
              <a:rPr lang="pt-BR" sz="2500" dirty="0"/>
              <a:t> (i &lt; 5);</a:t>
            </a:r>
          </a:p>
          <a:p>
            <a:r>
              <a:rPr lang="pt-BR" sz="2500" dirty="0"/>
              <a:t>}</a:t>
            </a:r>
          </a:p>
          <a:p>
            <a:endParaRPr lang="pt-BR" sz="2500" dirty="0"/>
          </a:p>
          <a:p>
            <a:endParaRPr lang="pt-BR" sz="2500" dirty="0"/>
          </a:p>
          <a:p>
            <a:endParaRPr lang="pt-BR" sz="2500" dirty="0"/>
          </a:p>
          <a:p>
            <a:endParaRPr lang="pt-BR" sz="2500" dirty="0"/>
          </a:p>
          <a:p>
            <a:endParaRPr lang="pt-BR" sz="2100" dirty="0"/>
          </a:p>
          <a:p>
            <a:endParaRPr lang="pt-BR" sz="2500" dirty="0"/>
          </a:p>
          <a:p>
            <a:endParaRPr lang="pt-BR" sz="1600" dirty="0"/>
          </a:p>
          <a:p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30017161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7594144" cy="1618489"/>
          </a:xfrm>
        </p:spPr>
        <p:txBody>
          <a:bodyPr anchor="ctr">
            <a:normAutofit/>
          </a:bodyPr>
          <a:lstStyle/>
          <a:p>
            <a:r>
              <a:rPr lang="pt-BR" sz="5400" dirty="0"/>
              <a:t>Iniciando com o Dart (itens básicos)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63930" y="2969469"/>
            <a:ext cx="7239037" cy="2800395"/>
          </a:xfrm>
        </p:spPr>
        <p:txBody>
          <a:bodyPr anchor="t">
            <a:normAutofit fontScale="62500" lnSpcReduction="20000"/>
          </a:bodyPr>
          <a:lstStyle/>
          <a:p>
            <a:r>
              <a:rPr lang="pt-BR" sz="2500" dirty="0"/>
              <a:t>Estrutura de condição:</a:t>
            </a:r>
          </a:p>
          <a:p>
            <a:r>
              <a:rPr lang="pt-BR" sz="2500" dirty="0" err="1"/>
              <a:t>void</a:t>
            </a:r>
            <a:r>
              <a:rPr lang="pt-BR" sz="2500" dirty="0"/>
              <a:t> </a:t>
            </a:r>
            <a:r>
              <a:rPr lang="pt-BR" sz="2500" dirty="0" err="1"/>
              <a:t>main</a:t>
            </a:r>
            <a:r>
              <a:rPr lang="pt-BR" sz="2500" dirty="0"/>
              <a:t>() {</a:t>
            </a:r>
          </a:p>
          <a:p>
            <a:r>
              <a:rPr lang="pt-BR" sz="2500" dirty="0"/>
              <a:t>  </a:t>
            </a:r>
            <a:r>
              <a:rPr lang="pt-BR" sz="2500" dirty="0" err="1"/>
              <a:t>int</a:t>
            </a:r>
            <a:r>
              <a:rPr lang="pt-BR" sz="2500" dirty="0"/>
              <a:t> idade = 18;</a:t>
            </a:r>
          </a:p>
          <a:p>
            <a:r>
              <a:rPr lang="pt-BR" sz="2500" dirty="0"/>
              <a:t>  </a:t>
            </a:r>
            <a:r>
              <a:rPr lang="pt-BR" sz="2500" dirty="0" err="1"/>
              <a:t>if</a:t>
            </a:r>
            <a:r>
              <a:rPr lang="pt-BR" sz="2500" dirty="0"/>
              <a:t> (idade &lt; 18) {</a:t>
            </a:r>
          </a:p>
          <a:p>
            <a:r>
              <a:rPr lang="pt-BR" sz="2500" dirty="0"/>
              <a:t>    print('Você é menor de idade');</a:t>
            </a:r>
          </a:p>
          <a:p>
            <a:r>
              <a:rPr lang="pt-BR" sz="2500" dirty="0"/>
              <a:t>  } </a:t>
            </a:r>
            <a:r>
              <a:rPr lang="pt-BR" sz="2500" dirty="0" err="1"/>
              <a:t>else</a:t>
            </a:r>
            <a:r>
              <a:rPr lang="pt-BR" sz="2500" dirty="0"/>
              <a:t> {</a:t>
            </a:r>
          </a:p>
          <a:p>
            <a:r>
              <a:rPr lang="pt-BR" sz="2500" dirty="0"/>
              <a:t>    print('Você é maior de idade');</a:t>
            </a:r>
          </a:p>
          <a:p>
            <a:r>
              <a:rPr lang="pt-BR" sz="2500" dirty="0"/>
              <a:t>  }</a:t>
            </a:r>
          </a:p>
          <a:p>
            <a:r>
              <a:rPr lang="pt-BR" sz="2500" dirty="0"/>
              <a:t>}</a:t>
            </a:r>
          </a:p>
          <a:p>
            <a:endParaRPr lang="pt-BR" sz="2500" dirty="0"/>
          </a:p>
          <a:p>
            <a:endParaRPr lang="pt-BR" sz="2500" dirty="0"/>
          </a:p>
          <a:p>
            <a:endParaRPr lang="pt-BR" sz="2500" dirty="0"/>
          </a:p>
          <a:p>
            <a:endParaRPr lang="pt-BR" sz="2500" dirty="0"/>
          </a:p>
          <a:p>
            <a:endParaRPr lang="pt-BR" sz="2500" dirty="0"/>
          </a:p>
          <a:p>
            <a:endParaRPr lang="pt-BR" sz="2100" dirty="0"/>
          </a:p>
          <a:p>
            <a:endParaRPr lang="pt-BR" sz="2500" dirty="0"/>
          </a:p>
          <a:p>
            <a:endParaRPr lang="pt-BR" sz="1600" dirty="0"/>
          </a:p>
          <a:p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32739142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7594144" cy="1618489"/>
          </a:xfrm>
        </p:spPr>
        <p:txBody>
          <a:bodyPr anchor="ctr">
            <a:normAutofit/>
          </a:bodyPr>
          <a:lstStyle/>
          <a:p>
            <a:r>
              <a:rPr lang="pt-BR" sz="5400" dirty="0"/>
              <a:t>Iniciando com o Dart (itens básicos)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63930" y="2669084"/>
            <a:ext cx="7239037" cy="3989393"/>
          </a:xfrm>
        </p:spPr>
        <p:txBody>
          <a:bodyPr anchor="t">
            <a:normAutofit fontScale="55000" lnSpcReduction="20000"/>
          </a:bodyPr>
          <a:lstStyle/>
          <a:p>
            <a:r>
              <a:rPr lang="pt-BR" sz="2500" dirty="0"/>
              <a:t>Estrutura de condição:</a:t>
            </a:r>
          </a:p>
          <a:p>
            <a:r>
              <a:rPr lang="pt-BR" sz="2500" dirty="0" err="1"/>
              <a:t>void</a:t>
            </a:r>
            <a:r>
              <a:rPr lang="pt-BR" sz="2500" dirty="0"/>
              <a:t> </a:t>
            </a:r>
            <a:r>
              <a:rPr lang="pt-BR" sz="2500" dirty="0" err="1"/>
              <a:t>main</a:t>
            </a:r>
            <a:r>
              <a:rPr lang="pt-BR" sz="2500" dirty="0"/>
              <a:t>() {</a:t>
            </a:r>
          </a:p>
          <a:p>
            <a:r>
              <a:rPr lang="pt-BR" sz="2500" dirty="0"/>
              <a:t>  </a:t>
            </a:r>
            <a:r>
              <a:rPr lang="pt-BR" sz="2500" dirty="0" err="1"/>
              <a:t>int</a:t>
            </a:r>
            <a:r>
              <a:rPr lang="pt-BR" sz="2500" dirty="0"/>
              <a:t> </a:t>
            </a:r>
            <a:r>
              <a:rPr lang="pt-BR" sz="2500" dirty="0" err="1"/>
              <a:t>opcao</a:t>
            </a:r>
            <a:r>
              <a:rPr lang="pt-BR" sz="2500" dirty="0"/>
              <a:t> = 2;</a:t>
            </a:r>
          </a:p>
          <a:p>
            <a:r>
              <a:rPr lang="pt-BR" sz="2500" dirty="0"/>
              <a:t>  switch (</a:t>
            </a:r>
            <a:r>
              <a:rPr lang="pt-BR" sz="2500" dirty="0" err="1"/>
              <a:t>opcao</a:t>
            </a:r>
            <a:r>
              <a:rPr lang="pt-BR" sz="2500" dirty="0"/>
              <a:t>) {</a:t>
            </a:r>
          </a:p>
          <a:p>
            <a:r>
              <a:rPr lang="pt-BR" sz="2500" dirty="0"/>
              <a:t>    case 1:</a:t>
            </a:r>
          </a:p>
          <a:p>
            <a:r>
              <a:rPr lang="pt-BR" sz="2500" dirty="0"/>
              <a:t>      print('Cadastrar');</a:t>
            </a:r>
          </a:p>
          <a:p>
            <a:r>
              <a:rPr lang="pt-BR" sz="2500" dirty="0"/>
              <a:t>      break;</a:t>
            </a:r>
          </a:p>
          <a:p>
            <a:r>
              <a:rPr lang="pt-BR" sz="2500" dirty="0"/>
              <a:t>    case 2:</a:t>
            </a:r>
          </a:p>
          <a:p>
            <a:r>
              <a:rPr lang="pt-BR" sz="2500" dirty="0"/>
              <a:t>      print('Listar');</a:t>
            </a:r>
          </a:p>
          <a:p>
            <a:r>
              <a:rPr lang="pt-BR" sz="2500" dirty="0"/>
              <a:t>      break;</a:t>
            </a:r>
          </a:p>
          <a:p>
            <a:r>
              <a:rPr lang="pt-BR" sz="2500" dirty="0"/>
              <a:t>    default:</a:t>
            </a:r>
          </a:p>
          <a:p>
            <a:r>
              <a:rPr lang="pt-BR" sz="2500" dirty="0"/>
              <a:t>      print('Sair');</a:t>
            </a:r>
          </a:p>
          <a:p>
            <a:r>
              <a:rPr lang="pt-BR" sz="2500" dirty="0"/>
              <a:t>  }</a:t>
            </a:r>
          </a:p>
          <a:p>
            <a:r>
              <a:rPr lang="pt-BR" sz="2500" dirty="0"/>
              <a:t>}</a:t>
            </a:r>
          </a:p>
          <a:p>
            <a:endParaRPr lang="pt-BR" sz="2500" dirty="0"/>
          </a:p>
          <a:p>
            <a:endParaRPr lang="pt-BR" sz="2500" dirty="0"/>
          </a:p>
          <a:p>
            <a:endParaRPr lang="pt-BR" sz="2500" dirty="0"/>
          </a:p>
          <a:p>
            <a:endParaRPr lang="pt-BR" sz="2500" dirty="0"/>
          </a:p>
          <a:p>
            <a:endParaRPr lang="pt-BR" sz="2100" dirty="0"/>
          </a:p>
          <a:p>
            <a:endParaRPr lang="pt-BR" sz="2500" dirty="0"/>
          </a:p>
          <a:p>
            <a:endParaRPr lang="pt-BR" sz="1600" dirty="0"/>
          </a:p>
          <a:p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28089838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7594144" cy="1618489"/>
          </a:xfrm>
        </p:spPr>
        <p:txBody>
          <a:bodyPr anchor="ctr">
            <a:normAutofit/>
          </a:bodyPr>
          <a:lstStyle/>
          <a:p>
            <a:r>
              <a:rPr lang="pt-BR" sz="5400" dirty="0"/>
              <a:t>básicos)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63930" y="2969469"/>
            <a:ext cx="7239037" cy="2800395"/>
          </a:xfrm>
        </p:spPr>
        <p:txBody>
          <a:bodyPr anchor="t">
            <a:normAutofit/>
          </a:bodyPr>
          <a:lstStyle/>
          <a:p>
            <a:r>
              <a:rPr lang="pt-BR" sz="2500" dirty="0"/>
              <a:t>Estrutura de condição:</a:t>
            </a:r>
          </a:p>
          <a:p>
            <a:endParaRPr lang="pt-BR" sz="2500" dirty="0"/>
          </a:p>
          <a:p>
            <a:endParaRPr lang="pt-BR" sz="2500" dirty="0"/>
          </a:p>
          <a:p>
            <a:endParaRPr lang="pt-BR" sz="2500" dirty="0"/>
          </a:p>
          <a:p>
            <a:endParaRPr lang="pt-BR" sz="2500" dirty="0"/>
          </a:p>
          <a:p>
            <a:endParaRPr lang="pt-BR" sz="2100" dirty="0"/>
          </a:p>
          <a:p>
            <a:endParaRPr lang="pt-BR" sz="2500" dirty="0"/>
          </a:p>
          <a:p>
            <a:endParaRPr lang="pt-BR" sz="1600" dirty="0"/>
          </a:p>
          <a:p>
            <a:endParaRPr lang="pt-BR" sz="1600" dirty="0"/>
          </a:p>
        </p:txBody>
      </p:sp>
      <p:pic>
        <p:nvPicPr>
          <p:cNvPr id="5" name="Imagem 4" descr="Desenho de uma pessoa&#10;&#10;Descrição gerada automaticamente com confiança baixa">
            <a:extLst>
              <a:ext uri="{FF2B5EF4-FFF2-40B4-BE49-F238E27FC236}">
                <a16:creationId xmlns:a16="http://schemas.microsoft.com/office/drawing/2014/main" id="{5D6F374D-010D-DE3B-9326-C3C3E0400D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617" y="1315343"/>
            <a:ext cx="8340803" cy="4689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63578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1574</TotalTime>
  <Words>1400</Words>
  <Application>Microsoft Office PowerPoint</Application>
  <PresentationFormat>Apresentação na tela (4:3)</PresentationFormat>
  <Paragraphs>302</Paragraphs>
  <Slides>25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25</vt:i4>
      </vt:variant>
    </vt:vector>
  </HeadingPairs>
  <TitlesOfParts>
    <vt:vector size="30" baseType="lpstr">
      <vt:lpstr>Arial</vt:lpstr>
      <vt:lpstr>Calibri</vt:lpstr>
      <vt:lpstr>Calibri Light</vt:lpstr>
      <vt:lpstr>Consolas</vt:lpstr>
      <vt:lpstr>Tema do Office</vt:lpstr>
      <vt:lpstr>TECNOLOGIAS MÓVEIS E HÍBRIDAS</vt:lpstr>
      <vt:lpstr>Iniciando com o Dart (itens básicos)</vt:lpstr>
      <vt:lpstr>Iniciando com o Dart (itens básicos)</vt:lpstr>
      <vt:lpstr>Iniciando com o Dart (itens básicos)</vt:lpstr>
      <vt:lpstr>Iniciando com o Dart (itens básicos)</vt:lpstr>
      <vt:lpstr>Iniciando com o Dart (itens básicos)</vt:lpstr>
      <vt:lpstr>Iniciando com o Dart (itens básicos)</vt:lpstr>
      <vt:lpstr>Iniciando com o Dart (itens básicos)</vt:lpstr>
      <vt:lpstr>Iniciando com o Dart (itens básicos)</vt:lpstr>
      <vt:lpstr>Iniciando com o Dart (itens básicos)</vt:lpstr>
      <vt:lpstr>Iniciando com o Dart (itens básicos)</vt:lpstr>
      <vt:lpstr>Iniciando com o Dart (itens básicos)</vt:lpstr>
      <vt:lpstr>Iniciando com o Dart (itens básicos)</vt:lpstr>
      <vt:lpstr>Iniciando com o Dart (itens básicos)</vt:lpstr>
      <vt:lpstr>Apresentação do PowerPoint</vt:lpstr>
      <vt:lpstr>Iniciando com o Dart (itens básicos)</vt:lpstr>
      <vt:lpstr>Iniciando com o Dart (itens básicos)</vt:lpstr>
      <vt:lpstr>Iniciando com o Dart (itens básicos)</vt:lpstr>
      <vt:lpstr>Apresentação do PowerPoint</vt:lpstr>
      <vt:lpstr>Iniciando com o Dart (itens básicos)</vt:lpstr>
      <vt:lpstr>Iniciando com o Dart (itens básicos)</vt:lpstr>
      <vt:lpstr>Iniciando com o Dart (itens básicos)</vt:lpstr>
      <vt:lpstr>Iniciando com o Dart (itens básicos)</vt:lpstr>
      <vt:lpstr>Iniciando com o Dart (itens básicos)</vt:lpstr>
      <vt:lpstr>básicos)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Circuitos lógicos combinacionais e sequenciais</dc:title>
  <dc:creator>Matheus</dc:creator>
  <cp:lastModifiedBy>matheus raffael simon</cp:lastModifiedBy>
  <cp:revision>43</cp:revision>
  <dcterms:created xsi:type="dcterms:W3CDTF">2023-01-24T23:29:32Z</dcterms:created>
  <dcterms:modified xsi:type="dcterms:W3CDTF">2024-09-09T17:34:41Z</dcterms:modified>
</cp:coreProperties>
</file>