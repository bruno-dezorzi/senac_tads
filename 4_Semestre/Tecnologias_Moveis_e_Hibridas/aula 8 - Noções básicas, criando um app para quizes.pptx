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F9B0F0-3774-4FC5-9F43-45C44F9EB41A}" v="1" dt="2024-08-27T17:34:10.1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7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us raffael simon" userId="b81fe4e685964744" providerId="LiveId" clId="{46F9B0F0-3774-4FC5-9F43-45C44F9EB41A}"/>
    <pc:docChg chg="undo custSel addSld delSld modSld sldOrd">
      <pc:chgData name="matheus raffael simon" userId="b81fe4e685964744" providerId="LiveId" clId="{46F9B0F0-3774-4FC5-9F43-45C44F9EB41A}" dt="2024-08-27T18:40:02.157" v="1728" actId="20577"/>
      <pc:docMkLst>
        <pc:docMk/>
      </pc:docMkLst>
      <pc:sldChg chg="modSp mod">
        <pc:chgData name="matheus raffael simon" userId="b81fe4e685964744" providerId="LiveId" clId="{46F9B0F0-3774-4FC5-9F43-45C44F9EB41A}" dt="2024-08-27T17:47:26.967" v="191" actId="20577"/>
        <pc:sldMkLst>
          <pc:docMk/>
          <pc:sldMk cId="1243785424" sldId="257"/>
        </pc:sldMkLst>
        <pc:spChg chg="mod">
          <ac:chgData name="matheus raffael simon" userId="b81fe4e685964744" providerId="LiveId" clId="{46F9B0F0-3774-4FC5-9F43-45C44F9EB41A}" dt="2024-08-27T17:34:36.918" v="29" actId="313"/>
          <ac:spMkLst>
            <pc:docMk/>
            <pc:sldMk cId="1243785424" sldId="257"/>
            <ac:spMk id="2" creationId="{00000000-0000-0000-0000-000000000000}"/>
          </ac:spMkLst>
        </pc:spChg>
        <pc:spChg chg="mod">
          <ac:chgData name="matheus raffael simon" userId="b81fe4e685964744" providerId="LiveId" clId="{46F9B0F0-3774-4FC5-9F43-45C44F9EB41A}" dt="2024-08-27T17:47:26.967" v="191" actId="20577"/>
          <ac:spMkLst>
            <pc:docMk/>
            <pc:sldMk cId="1243785424" sldId="257"/>
            <ac:spMk id="3" creationId="{00000000-0000-0000-0000-000000000000}"/>
          </ac:spMkLst>
        </pc:spChg>
      </pc:sldChg>
      <pc:sldChg chg="addSp modSp add mod">
        <pc:chgData name="matheus raffael simon" userId="b81fe4e685964744" providerId="LiveId" clId="{46F9B0F0-3774-4FC5-9F43-45C44F9EB41A}" dt="2024-08-27T17:57:43.082" v="510" actId="20577"/>
        <pc:sldMkLst>
          <pc:docMk/>
          <pc:sldMk cId="252222467" sldId="258"/>
        </pc:sldMkLst>
        <pc:spChg chg="mod">
          <ac:chgData name="matheus raffael simon" userId="b81fe4e685964744" providerId="LiveId" clId="{46F9B0F0-3774-4FC5-9F43-45C44F9EB41A}" dt="2024-08-27T17:52:54.932" v="219" actId="1076"/>
          <ac:spMkLst>
            <pc:docMk/>
            <pc:sldMk cId="252222467" sldId="258"/>
            <ac:spMk id="2" creationId="{00000000-0000-0000-0000-000000000000}"/>
          </ac:spMkLst>
        </pc:spChg>
        <pc:spChg chg="mod">
          <ac:chgData name="matheus raffael simon" userId="b81fe4e685964744" providerId="LiveId" clId="{46F9B0F0-3774-4FC5-9F43-45C44F9EB41A}" dt="2024-08-27T17:57:43.082" v="510" actId="20577"/>
          <ac:spMkLst>
            <pc:docMk/>
            <pc:sldMk cId="252222467" sldId="258"/>
            <ac:spMk id="3" creationId="{00000000-0000-0000-0000-000000000000}"/>
          </ac:spMkLst>
        </pc:spChg>
        <pc:picChg chg="add mod">
          <ac:chgData name="matheus raffael simon" userId="b81fe4e685964744" providerId="LiveId" clId="{46F9B0F0-3774-4FC5-9F43-45C44F9EB41A}" dt="2024-08-27T17:52:46.560" v="217" actId="1076"/>
          <ac:picMkLst>
            <pc:docMk/>
            <pc:sldMk cId="252222467" sldId="258"/>
            <ac:picMk id="5" creationId="{30166AA8-1AD2-4C2C-1D89-718C8D12B1E4}"/>
          </ac:picMkLst>
        </pc:picChg>
      </pc:sldChg>
      <pc:sldChg chg="delSp add del setBg delDesignElem">
        <pc:chgData name="matheus raffael simon" userId="b81fe4e685964744" providerId="LiveId" clId="{46F9B0F0-3774-4FC5-9F43-45C44F9EB41A}" dt="2024-08-27T17:52:20.860" v="192" actId="47"/>
        <pc:sldMkLst>
          <pc:docMk/>
          <pc:sldMk cId="4023893067" sldId="258"/>
        </pc:sldMkLst>
        <pc:spChg chg="del">
          <ac:chgData name="matheus raffael simon" userId="b81fe4e685964744" providerId="LiveId" clId="{46F9B0F0-3774-4FC5-9F43-45C44F9EB41A}" dt="2024-08-27T17:34:10.139" v="1"/>
          <ac:spMkLst>
            <pc:docMk/>
            <pc:sldMk cId="4023893067" sldId="258"/>
            <ac:spMk id="8" creationId="{081EA652-8C6A-4E69-BEB9-170809474553}"/>
          </ac:spMkLst>
        </pc:spChg>
        <pc:spChg chg="del">
          <ac:chgData name="matheus raffael simon" userId="b81fe4e685964744" providerId="LiveId" clId="{46F9B0F0-3774-4FC5-9F43-45C44F9EB41A}" dt="2024-08-27T17:34:10.139" v="1"/>
          <ac:spMkLst>
            <pc:docMk/>
            <pc:sldMk cId="4023893067" sldId="258"/>
            <ac:spMk id="10" creationId="{5298780A-33B9-4EA2-8F67-DE68AD62841B}"/>
          </ac:spMkLst>
        </pc:spChg>
        <pc:spChg chg="del">
          <ac:chgData name="matheus raffael simon" userId="b81fe4e685964744" providerId="LiveId" clId="{46F9B0F0-3774-4FC5-9F43-45C44F9EB41A}" dt="2024-08-27T17:34:10.139" v="1"/>
          <ac:spMkLst>
            <pc:docMk/>
            <pc:sldMk cId="4023893067" sldId="258"/>
            <ac:spMk id="12" creationId="{7F488E8B-4E1E-4402-8935-D4E6C02615C7}"/>
          </ac:spMkLst>
        </pc:spChg>
      </pc:sldChg>
      <pc:sldChg chg="modSp add mod">
        <pc:chgData name="matheus raffael simon" userId="b81fe4e685964744" providerId="LiveId" clId="{46F9B0F0-3774-4FC5-9F43-45C44F9EB41A}" dt="2024-08-27T18:01:42.797" v="816" actId="20577"/>
        <pc:sldMkLst>
          <pc:docMk/>
          <pc:sldMk cId="3267977780" sldId="259"/>
        </pc:sldMkLst>
        <pc:spChg chg="mod">
          <ac:chgData name="matheus raffael simon" userId="b81fe4e685964744" providerId="LiveId" clId="{46F9B0F0-3774-4FC5-9F43-45C44F9EB41A}" dt="2024-08-27T18:01:42.797" v="816" actId="20577"/>
          <ac:spMkLst>
            <pc:docMk/>
            <pc:sldMk cId="3267977780" sldId="259"/>
            <ac:spMk id="3" creationId="{00000000-0000-0000-0000-000000000000}"/>
          </ac:spMkLst>
        </pc:spChg>
      </pc:sldChg>
      <pc:sldChg chg="modSp add mod">
        <pc:chgData name="matheus raffael simon" userId="b81fe4e685964744" providerId="LiveId" clId="{46F9B0F0-3774-4FC5-9F43-45C44F9EB41A}" dt="2024-08-27T18:05:44.107" v="1108" actId="20577"/>
        <pc:sldMkLst>
          <pc:docMk/>
          <pc:sldMk cId="3236420934" sldId="260"/>
        </pc:sldMkLst>
        <pc:spChg chg="mod">
          <ac:chgData name="matheus raffael simon" userId="b81fe4e685964744" providerId="LiveId" clId="{46F9B0F0-3774-4FC5-9F43-45C44F9EB41A}" dt="2024-08-27T18:05:44.107" v="1108" actId="20577"/>
          <ac:spMkLst>
            <pc:docMk/>
            <pc:sldMk cId="3236420934" sldId="260"/>
            <ac:spMk id="3" creationId="{00000000-0000-0000-0000-000000000000}"/>
          </ac:spMkLst>
        </pc:spChg>
      </pc:sldChg>
      <pc:sldChg chg="modSp add mod ord">
        <pc:chgData name="matheus raffael simon" userId="b81fe4e685964744" providerId="LiveId" clId="{46F9B0F0-3774-4FC5-9F43-45C44F9EB41A}" dt="2024-08-27T18:29:53.735" v="1474" actId="33524"/>
        <pc:sldMkLst>
          <pc:docMk/>
          <pc:sldMk cId="3319786492" sldId="261"/>
        </pc:sldMkLst>
        <pc:spChg chg="mod">
          <ac:chgData name="matheus raffael simon" userId="b81fe4e685964744" providerId="LiveId" clId="{46F9B0F0-3774-4FC5-9F43-45C44F9EB41A}" dt="2024-08-27T18:18:33.230" v="1174" actId="20577"/>
          <ac:spMkLst>
            <pc:docMk/>
            <pc:sldMk cId="3319786492" sldId="261"/>
            <ac:spMk id="2" creationId="{00000000-0000-0000-0000-000000000000}"/>
          </ac:spMkLst>
        </pc:spChg>
        <pc:spChg chg="mod">
          <ac:chgData name="matheus raffael simon" userId="b81fe4e685964744" providerId="LiveId" clId="{46F9B0F0-3774-4FC5-9F43-45C44F9EB41A}" dt="2024-08-27T18:29:53.735" v="1474" actId="33524"/>
          <ac:spMkLst>
            <pc:docMk/>
            <pc:sldMk cId="3319786492" sldId="261"/>
            <ac:spMk id="3" creationId="{00000000-0000-0000-0000-000000000000}"/>
          </ac:spMkLst>
        </pc:spChg>
      </pc:sldChg>
      <pc:sldChg chg="modSp add mod">
        <pc:chgData name="matheus raffael simon" userId="b81fe4e685964744" providerId="LiveId" clId="{46F9B0F0-3774-4FC5-9F43-45C44F9EB41A}" dt="2024-08-27T18:40:02.157" v="1728" actId="20577"/>
        <pc:sldMkLst>
          <pc:docMk/>
          <pc:sldMk cId="190399664" sldId="262"/>
        </pc:sldMkLst>
        <pc:spChg chg="mod">
          <ac:chgData name="matheus raffael simon" userId="b81fe4e685964744" providerId="LiveId" clId="{46F9B0F0-3774-4FC5-9F43-45C44F9EB41A}" dt="2024-08-27T18:30:09.787" v="1501" actId="20577"/>
          <ac:spMkLst>
            <pc:docMk/>
            <pc:sldMk cId="190399664" sldId="262"/>
            <ac:spMk id="2" creationId="{00000000-0000-0000-0000-000000000000}"/>
          </ac:spMkLst>
        </pc:spChg>
        <pc:spChg chg="mod">
          <ac:chgData name="matheus raffael simon" userId="b81fe4e685964744" providerId="LiveId" clId="{46F9B0F0-3774-4FC5-9F43-45C44F9EB41A}" dt="2024-08-27T18:40:02.157" v="1728" actId="20577"/>
          <ac:spMkLst>
            <pc:docMk/>
            <pc:sldMk cId="190399664" sldId="262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0616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6460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59965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57208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15532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2384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07261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6831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6468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95870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388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D9F01-DE70-421D-913C-5540CBA8C3E6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8994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977" y="919321"/>
            <a:ext cx="2652916" cy="1551956"/>
          </a:xfrm>
          <a:prstGeom prst="rect">
            <a:avLst/>
          </a:prstGeom>
        </p:spPr>
      </p:pic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66977" y="3194465"/>
            <a:ext cx="6691254" cy="1320997"/>
          </a:xfrm>
        </p:spPr>
        <p:txBody>
          <a:bodyPr anchor="b">
            <a:normAutofit/>
          </a:bodyPr>
          <a:lstStyle/>
          <a:p>
            <a:pPr algn="l"/>
            <a:r>
              <a:rPr lang="pt-BR" sz="2800" dirty="0"/>
              <a:t>TECNOLOGIAS MÓVEIS E HÍBRIDAS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966977" y="5142305"/>
            <a:ext cx="5490973" cy="753165"/>
          </a:xfrm>
        </p:spPr>
        <p:txBody>
          <a:bodyPr anchor="t">
            <a:normAutofit/>
          </a:bodyPr>
          <a:lstStyle/>
          <a:p>
            <a:pPr algn="l"/>
            <a:r>
              <a:rPr lang="pt-BR" dirty="0"/>
              <a:t>Prof. Me. Matheus </a:t>
            </a:r>
            <a:r>
              <a:rPr lang="pt-BR" dirty="0" err="1"/>
              <a:t>Raffael</a:t>
            </a:r>
            <a:r>
              <a:rPr lang="pt-BR" dirty="0"/>
              <a:t> Simon</a:t>
            </a:r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966977" y="2353635"/>
            <a:ext cx="6691254" cy="132099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900" dirty="0"/>
              <a:t>TECNOLOGIA EM ANÁLISE E DESENVOLVIMENTO DE SISTEMAS</a:t>
            </a:r>
          </a:p>
        </p:txBody>
      </p:sp>
    </p:spTree>
    <p:extLst>
      <p:ext uri="{BB962C8B-B14F-4D97-AF65-F5344CB8AC3E}">
        <p14:creationId xmlns:p14="http://schemas.microsoft.com/office/powerpoint/2010/main" val="1509321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Noções básicas de </a:t>
            </a:r>
            <a:r>
              <a:rPr lang="pt-BR" sz="5400" dirty="0" err="1"/>
              <a:t>Flutter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500" dirty="0"/>
              <a:t>Criando um novo projeto:</a:t>
            </a:r>
          </a:p>
          <a:p>
            <a:r>
              <a:rPr lang="pt-BR" sz="2500" dirty="0"/>
              <a:t>Crie uma pasta para o projeto e navegue pelo </a:t>
            </a:r>
            <a:r>
              <a:rPr lang="pt-BR" sz="2500" dirty="0" err="1"/>
              <a:t>cmd</a:t>
            </a:r>
            <a:r>
              <a:rPr lang="pt-BR" sz="2500" dirty="0"/>
              <a:t> até ela.</a:t>
            </a:r>
          </a:p>
          <a:p>
            <a:r>
              <a:rPr lang="pt-BR" sz="2500" dirty="0" err="1"/>
              <a:t>flutter</a:t>
            </a:r>
            <a:r>
              <a:rPr lang="pt-BR" sz="2500" dirty="0"/>
              <a:t> </a:t>
            </a:r>
            <a:r>
              <a:rPr lang="pt-BR" sz="2500" dirty="0" err="1"/>
              <a:t>create</a:t>
            </a:r>
            <a:r>
              <a:rPr lang="pt-BR" sz="2500" dirty="0"/>
              <a:t> </a:t>
            </a:r>
            <a:r>
              <a:rPr lang="pt-BR" sz="2500" dirty="0" err="1"/>
              <a:t>projeto_perguntas</a:t>
            </a:r>
            <a:endParaRPr lang="pt-BR" sz="2500" dirty="0"/>
          </a:p>
          <a:p>
            <a:r>
              <a:rPr lang="pt-BR" sz="2500" dirty="0"/>
              <a:t>E abra o projeto:</a:t>
            </a:r>
          </a:p>
          <a:p>
            <a:r>
              <a:rPr lang="pt-BR" sz="2500" dirty="0" err="1"/>
              <a:t>Code</a:t>
            </a:r>
            <a:r>
              <a:rPr lang="pt-BR" sz="2500" dirty="0"/>
              <a:t> .</a:t>
            </a:r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243785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236790" y="649527"/>
            <a:ext cx="5441248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Estrutura do projeto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106994" y="2268017"/>
            <a:ext cx="5095973" cy="3501848"/>
          </a:xfrm>
        </p:spPr>
        <p:txBody>
          <a:bodyPr anchor="t">
            <a:normAutofit lnSpcReduction="10000"/>
          </a:bodyPr>
          <a:lstStyle/>
          <a:p>
            <a:r>
              <a:rPr lang="pt-BR" sz="2500" dirty="0"/>
              <a:t>.</a:t>
            </a:r>
            <a:r>
              <a:rPr lang="pt-BR" sz="2500" dirty="0" err="1"/>
              <a:t>dart_tool</a:t>
            </a:r>
            <a:r>
              <a:rPr lang="pt-BR" sz="2500" dirty="0"/>
              <a:t>: Para </a:t>
            </a:r>
            <a:r>
              <a:rPr lang="pt-BR" sz="2500" dirty="0" err="1"/>
              <a:t>bildar</a:t>
            </a:r>
            <a:r>
              <a:rPr lang="pt-BR" sz="2500" dirty="0"/>
              <a:t> o projeto. </a:t>
            </a:r>
          </a:p>
          <a:p>
            <a:r>
              <a:rPr lang="pt-BR" sz="2500" dirty="0"/>
              <a:t>.</a:t>
            </a:r>
            <a:r>
              <a:rPr lang="pt-BR" sz="2500" dirty="0" err="1"/>
              <a:t>idea</a:t>
            </a:r>
            <a:r>
              <a:rPr lang="pt-BR" sz="2500" dirty="0"/>
              <a:t>: configurações do </a:t>
            </a:r>
            <a:r>
              <a:rPr lang="pt-BR" sz="2500" dirty="0" err="1"/>
              <a:t>IntelliJ</a:t>
            </a:r>
            <a:r>
              <a:rPr lang="pt-BR" sz="2500" dirty="0"/>
              <a:t> (Fornecedora IDE). Mesma coisa do arquivo </a:t>
            </a:r>
            <a:r>
              <a:rPr lang="pt-BR" sz="2500" dirty="0" err="1"/>
              <a:t>projeto_perguntas.iml</a:t>
            </a:r>
            <a:r>
              <a:rPr lang="pt-BR" sz="2500" dirty="0"/>
              <a:t>.</a:t>
            </a:r>
          </a:p>
          <a:p>
            <a:r>
              <a:rPr lang="pt-BR" sz="2500" dirty="0"/>
              <a:t>Abra o arquivo .</a:t>
            </a:r>
            <a:r>
              <a:rPr lang="pt-BR" sz="2500" dirty="0" err="1"/>
              <a:t>gitignore</a:t>
            </a:r>
            <a:r>
              <a:rPr lang="pt-BR" sz="2500" dirty="0"/>
              <a:t>: arquivos que serão ignorados no </a:t>
            </a:r>
            <a:r>
              <a:rPr lang="pt-BR" sz="2500" dirty="0" err="1"/>
              <a:t>deploy</a:t>
            </a:r>
            <a:r>
              <a:rPr lang="pt-BR" sz="2500" dirty="0"/>
              <a:t> e no </a:t>
            </a:r>
            <a:r>
              <a:rPr lang="pt-BR" sz="2500" dirty="0" err="1"/>
              <a:t>github</a:t>
            </a:r>
            <a:r>
              <a:rPr lang="pt-BR" sz="2500" dirty="0"/>
              <a:t>.</a:t>
            </a:r>
          </a:p>
          <a:p>
            <a:r>
              <a:rPr lang="pt-BR" sz="2500" dirty="0"/>
              <a:t>Android e IOS: Criam a estrutura nativa do app.</a:t>
            </a:r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0166AA8-1AD2-4C2C-1D89-718C8D12B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" y="950831"/>
            <a:ext cx="2756730" cy="4952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22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236790" y="649527"/>
            <a:ext cx="5441248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Estrutura do projeto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106994" y="2268017"/>
            <a:ext cx="5095973" cy="3501848"/>
          </a:xfrm>
        </p:spPr>
        <p:txBody>
          <a:bodyPr anchor="t">
            <a:normAutofit lnSpcReduction="10000"/>
          </a:bodyPr>
          <a:lstStyle/>
          <a:p>
            <a:r>
              <a:rPr lang="pt-BR" sz="2500" dirty="0"/>
              <a:t>Bild: Faz o </a:t>
            </a:r>
            <a:r>
              <a:rPr lang="pt-BR" sz="2500" dirty="0" err="1"/>
              <a:t>bild</a:t>
            </a:r>
            <a:r>
              <a:rPr lang="pt-BR" sz="2500" dirty="0"/>
              <a:t> do projeto tanto para </a:t>
            </a:r>
            <a:r>
              <a:rPr lang="pt-BR" sz="2500" dirty="0" err="1"/>
              <a:t>ios</a:t>
            </a:r>
            <a:r>
              <a:rPr lang="pt-BR" sz="2500" dirty="0"/>
              <a:t> quanto </a:t>
            </a:r>
            <a:r>
              <a:rPr lang="pt-BR" sz="2500" dirty="0" err="1"/>
              <a:t>android</a:t>
            </a:r>
            <a:r>
              <a:rPr lang="pt-BR" sz="2500" dirty="0"/>
              <a:t>.</a:t>
            </a:r>
          </a:p>
          <a:p>
            <a:r>
              <a:rPr lang="pt-BR" sz="2500" dirty="0" err="1"/>
              <a:t>lib</a:t>
            </a:r>
            <a:r>
              <a:rPr lang="pt-BR" sz="2500" dirty="0"/>
              <a:t>: pasta principal, onde iremos criar nos widgets, códigos e outros.</a:t>
            </a:r>
          </a:p>
          <a:p>
            <a:r>
              <a:rPr lang="pt-BR" sz="2500" dirty="0"/>
              <a:t>Test: pasta para trabalhar com testes automatizados, ou não.</a:t>
            </a:r>
          </a:p>
          <a:p>
            <a:r>
              <a:rPr lang="pt-BR" sz="2500" dirty="0"/>
              <a:t>.</a:t>
            </a:r>
            <a:r>
              <a:rPr lang="pt-BR" sz="2500" dirty="0" err="1"/>
              <a:t>metadatas</a:t>
            </a:r>
            <a:r>
              <a:rPr lang="pt-BR" sz="2500" dirty="0"/>
              <a:t> e .</a:t>
            </a:r>
            <a:r>
              <a:rPr lang="pt-BR" sz="2500" dirty="0" err="1"/>
              <a:t>packeges</a:t>
            </a:r>
            <a:r>
              <a:rPr lang="pt-BR" sz="2500" dirty="0"/>
              <a:t>: arquivos do </a:t>
            </a:r>
            <a:r>
              <a:rPr lang="pt-BR" sz="2500" dirty="0" err="1"/>
              <a:t>flutter</a:t>
            </a:r>
            <a:r>
              <a:rPr lang="pt-BR" sz="2500" dirty="0"/>
              <a:t>, não devem ser alterados manualmente.</a:t>
            </a:r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0166AA8-1AD2-4C2C-1D89-718C8D12B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" y="950831"/>
            <a:ext cx="2756730" cy="4952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977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236790" y="649527"/>
            <a:ext cx="5441248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Estrutura do projeto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106994" y="2268017"/>
            <a:ext cx="5095973" cy="3501848"/>
          </a:xfrm>
        </p:spPr>
        <p:txBody>
          <a:bodyPr anchor="t">
            <a:normAutofit fontScale="92500" lnSpcReduction="10000"/>
          </a:bodyPr>
          <a:lstStyle/>
          <a:p>
            <a:r>
              <a:rPr lang="pt-BR" sz="2500" dirty="0" err="1"/>
              <a:t>Pubspec.lock</a:t>
            </a:r>
            <a:r>
              <a:rPr lang="pt-BR" sz="2500" dirty="0"/>
              <a:t>: Gerado </a:t>
            </a:r>
            <a:r>
              <a:rPr lang="pt-BR" sz="2500" dirty="0" err="1"/>
              <a:t>apartir</a:t>
            </a:r>
            <a:r>
              <a:rPr lang="pt-BR" sz="2500" dirty="0"/>
              <a:t> do arquivo abaixo.</a:t>
            </a:r>
          </a:p>
          <a:p>
            <a:r>
              <a:rPr lang="pt-BR" sz="2500" dirty="0" err="1"/>
              <a:t>Pubspec.yaml</a:t>
            </a:r>
            <a:r>
              <a:rPr lang="pt-BR" sz="2500" dirty="0"/>
              <a:t>: Configuramos as informações da nossa app, incluímos as imagens e outras informações importantes.</a:t>
            </a:r>
          </a:p>
          <a:p>
            <a:r>
              <a:rPr lang="pt-BR" sz="2500" dirty="0"/>
              <a:t>Readme.md: Arquivo para informações ou documentação do projeto</a:t>
            </a:r>
          </a:p>
          <a:p>
            <a:r>
              <a:rPr lang="pt-BR" sz="2500" dirty="0"/>
              <a:t>Linux/</a:t>
            </a:r>
            <a:r>
              <a:rPr lang="pt-BR" sz="2500" dirty="0" err="1"/>
              <a:t>macos</a:t>
            </a:r>
            <a:r>
              <a:rPr lang="pt-BR" sz="2500" dirty="0"/>
              <a:t>/Windows/web: Programação nessas plataformas.</a:t>
            </a:r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0166AA8-1AD2-4C2C-1D89-718C8D12B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" y="950831"/>
            <a:ext cx="2756730" cy="4952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420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Analisando o código padrão (</a:t>
            </a:r>
            <a:r>
              <a:rPr lang="pt-BR" sz="5400" dirty="0" err="1"/>
              <a:t>lib</a:t>
            </a:r>
            <a:r>
              <a:rPr lang="pt-BR" sz="5400" dirty="0"/>
              <a:t>/</a:t>
            </a:r>
            <a:r>
              <a:rPr lang="pt-BR" sz="5400" dirty="0" err="1"/>
              <a:t>main.dart</a:t>
            </a:r>
            <a:r>
              <a:rPr lang="pt-BR" sz="5400" dirty="0"/>
              <a:t>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 fontScale="92500" lnSpcReduction="20000"/>
          </a:bodyPr>
          <a:lstStyle/>
          <a:p>
            <a:r>
              <a:rPr lang="pt-BR" sz="2500" dirty="0" err="1"/>
              <a:t>Void</a:t>
            </a:r>
            <a:r>
              <a:rPr lang="pt-BR" sz="2500" dirty="0"/>
              <a:t> </a:t>
            </a:r>
            <a:r>
              <a:rPr lang="pt-BR" sz="2500" dirty="0" err="1"/>
              <a:t>main</a:t>
            </a:r>
            <a:r>
              <a:rPr lang="pt-BR" sz="2500" dirty="0"/>
              <a:t> (): Função principal que chama outra função para executar seu </a:t>
            </a:r>
            <a:r>
              <a:rPr lang="pt-BR" sz="2500" dirty="0" err="1"/>
              <a:t>code</a:t>
            </a:r>
            <a:r>
              <a:rPr lang="pt-BR" sz="2500" dirty="0"/>
              <a:t>. Ele irá executar o </a:t>
            </a:r>
            <a:r>
              <a:rPr lang="pt-BR" sz="2500" dirty="0" err="1"/>
              <a:t>runApp</a:t>
            </a:r>
            <a:r>
              <a:rPr lang="pt-BR" sz="2500" dirty="0"/>
              <a:t>, que executa o </a:t>
            </a:r>
            <a:r>
              <a:rPr lang="pt-BR" sz="2500" dirty="0" err="1"/>
              <a:t>MyApp</a:t>
            </a:r>
            <a:r>
              <a:rPr lang="pt-BR" sz="2500" dirty="0"/>
              <a:t>, um widget.</a:t>
            </a:r>
          </a:p>
          <a:p>
            <a:r>
              <a:rPr lang="pt-BR" sz="2500" dirty="0"/>
              <a:t>Home: </a:t>
            </a:r>
            <a:r>
              <a:rPr lang="pt-BR" sz="2500" dirty="0" err="1"/>
              <a:t>MyHomePage</a:t>
            </a:r>
            <a:r>
              <a:rPr lang="pt-BR" sz="2500" dirty="0"/>
              <a:t>(</a:t>
            </a:r>
            <a:r>
              <a:rPr lang="pt-BR" sz="2500" dirty="0" err="1"/>
              <a:t>title</a:t>
            </a:r>
            <a:r>
              <a:rPr lang="pt-BR" sz="2500" dirty="0"/>
              <a:t>): título da aplicação.</a:t>
            </a:r>
          </a:p>
          <a:p>
            <a:r>
              <a:rPr lang="pt-BR" sz="2500" dirty="0" err="1"/>
              <a:t>appBar</a:t>
            </a:r>
            <a:r>
              <a:rPr lang="pt-BR" sz="2500" dirty="0"/>
              <a:t>: componente de interface de usuário que segue as diretrizes do Material Design.</a:t>
            </a:r>
          </a:p>
          <a:p>
            <a:r>
              <a:rPr lang="pt-BR" sz="2500" dirty="0" err="1"/>
              <a:t>Text</a:t>
            </a:r>
            <a:r>
              <a:rPr lang="pt-BR" sz="2500" dirty="0"/>
              <a:t>: Texto escrito na app.</a:t>
            </a:r>
          </a:p>
          <a:p>
            <a:r>
              <a:rPr lang="pt-BR" sz="2500" dirty="0" err="1"/>
              <a:t>FloatingActionButton</a:t>
            </a:r>
            <a:r>
              <a:rPr lang="pt-BR" sz="2500" dirty="0"/>
              <a:t>: Botão básico com uma ação.</a:t>
            </a:r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319786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Alterando a aplicação base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500" dirty="0"/>
              <a:t>1 – Altere o título da app.</a:t>
            </a:r>
          </a:p>
          <a:p>
            <a:r>
              <a:rPr lang="pt-BR" sz="2500" dirty="0"/>
              <a:t>2 – Altere a cor base da aplicação.</a:t>
            </a:r>
          </a:p>
          <a:p>
            <a:r>
              <a:rPr lang="pt-BR" sz="2500" dirty="0"/>
              <a:t>3 – Altere a descrição do texto da aplicação.</a:t>
            </a:r>
          </a:p>
          <a:p>
            <a:r>
              <a:rPr lang="pt-BR" sz="2500" dirty="0"/>
              <a:t>Execute o projeto novamente.</a:t>
            </a:r>
          </a:p>
          <a:p>
            <a:r>
              <a:rPr lang="pt-BR" sz="2500" dirty="0"/>
              <a:t>4 – Altere o emulador para outro modelo para ver sua </a:t>
            </a:r>
            <a:r>
              <a:rPr lang="pt-BR" sz="2500"/>
              <a:t>aplicação rodar.</a:t>
            </a:r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903996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1521</TotalTime>
  <Words>355</Words>
  <Application>Microsoft Office PowerPoint</Application>
  <PresentationFormat>Apresentação na tela (4:3)</PresentationFormat>
  <Paragraphs>59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do Office</vt:lpstr>
      <vt:lpstr>TECNOLOGIAS MÓVEIS E HÍBRIDAS</vt:lpstr>
      <vt:lpstr>Noções básicas de Flutter</vt:lpstr>
      <vt:lpstr>Estrutura do projeto</vt:lpstr>
      <vt:lpstr>Estrutura do projeto</vt:lpstr>
      <vt:lpstr>Estrutura do projeto</vt:lpstr>
      <vt:lpstr>Analisando o código padrão (lib/main.dart)</vt:lpstr>
      <vt:lpstr>Alterando a aplicação base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Circuitos lógicos combinacionais e sequenciais</dc:title>
  <dc:creator>Matheus</dc:creator>
  <cp:lastModifiedBy>matheus raffael simon</cp:lastModifiedBy>
  <cp:revision>43</cp:revision>
  <dcterms:created xsi:type="dcterms:W3CDTF">2023-01-24T23:29:32Z</dcterms:created>
  <dcterms:modified xsi:type="dcterms:W3CDTF">2024-08-27T18:40:05Z</dcterms:modified>
</cp:coreProperties>
</file>