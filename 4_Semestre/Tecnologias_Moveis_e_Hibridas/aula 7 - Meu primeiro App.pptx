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8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B262D088-0F5F-42CF-85AA-8297F375E572}"/>
    <pc:docChg chg="modSld">
      <pc:chgData name="matheus raffael simon" userId="b81fe4e685964744" providerId="LiveId" clId="{B262D088-0F5F-42CF-85AA-8297F375E572}" dt="2025-03-17T19:48:50.782" v="0" actId="20577"/>
      <pc:docMkLst>
        <pc:docMk/>
      </pc:docMkLst>
      <pc:sldChg chg="modSp mod">
        <pc:chgData name="matheus raffael simon" userId="b81fe4e685964744" providerId="LiveId" clId="{B262D088-0F5F-42CF-85AA-8297F375E572}" dt="2025-03-17T19:48:50.782" v="0" actId="20577"/>
        <pc:sldMkLst>
          <pc:docMk/>
          <pc:sldMk cId="233274655" sldId="264"/>
        </pc:sldMkLst>
        <pc:spChg chg="mod">
          <ac:chgData name="matheus raffael simon" userId="b81fe4e685964744" providerId="LiveId" clId="{B262D088-0F5F-42CF-85AA-8297F375E572}" dt="2025-03-17T19:48:50.782" v="0" actId="20577"/>
          <ac:spMkLst>
            <pc:docMk/>
            <pc:sldMk cId="233274655" sldId="264"/>
            <ac:spMk id="3" creationId="{00000000-0000-0000-0000-000000000000}"/>
          </ac:spMkLst>
        </pc:spChg>
      </pc:sldChg>
    </pc:docChg>
  </pc:docChgLst>
  <pc:docChgLst>
    <pc:chgData name="matheus raffael simon" userId="b81fe4e685964744" providerId="LiveId" clId="{EE1C1789-BDE8-4146-AB03-6B81C8344118}"/>
    <pc:docChg chg="undo custSel addSld delSld modSld sldOrd">
      <pc:chgData name="matheus raffael simon" userId="b81fe4e685964744" providerId="LiveId" clId="{EE1C1789-BDE8-4146-AB03-6B81C8344118}" dt="2024-08-26T20:17:56.894" v="3102" actId="20577"/>
      <pc:docMkLst>
        <pc:docMk/>
      </pc:docMkLst>
      <pc:sldChg chg="addSp delSp modSp mod">
        <pc:chgData name="matheus raffael simon" userId="b81fe4e685964744" providerId="LiveId" clId="{EE1C1789-BDE8-4146-AB03-6B81C8344118}" dt="2024-08-26T18:09:24.019" v="170" actId="14100"/>
        <pc:sldMkLst>
          <pc:docMk/>
          <pc:sldMk cId="1243785424" sldId="257"/>
        </pc:sldMkLst>
      </pc:sldChg>
      <pc:sldChg chg="addSp delSp modSp add mod setBg delDesignElem">
        <pc:chgData name="matheus raffael simon" userId="b81fe4e685964744" providerId="LiveId" clId="{EE1C1789-BDE8-4146-AB03-6B81C8344118}" dt="2024-08-26T18:09:20.242" v="169" actId="14100"/>
        <pc:sldMkLst>
          <pc:docMk/>
          <pc:sldMk cId="4285950354" sldId="258"/>
        </pc:sldMkLst>
      </pc:sldChg>
      <pc:sldChg chg="addSp delSp modSp add mod setBg">
        <pc:chgData name="matheus raffael simon" userId="b81fe4e685964744" providerId="LiveId" clId="{EE1C1789-BDE8-4146-AB03-6B81C8344118}" dt="2024-08-26T18:16:53.237" v="405" actId="1076"/>
        <pc:sldMkLst>
          <pc:docMk/>
          <pc:sldMk cId="1048574572" sldId="259"/>
        </pc:sldMkLst>
      </pc:sldChg>
      <pc:sldChg chg="addSp delSp add del setBg delDesignElem">
        <pc:chgData name="matheus raffael simon" userId="b81fe4e685964744" providerId="LiveId" clId="{EE1C1789-BDE8-4146-AB03-6B81C8344118}" dt="2024-08-26T18:06:25.135" v="156"/>
        <pc:sldMkLst>
          <pc:docMk/>
          <pc:sldMk cId="1956764504" sldId="260"/>
        </pc:sldMkLst>
      </pc:sldChg>
      <pc:sldChg chg="addSp modSp add mod">
        <pc:chgData name="matheus raffael simon" userId="b81fe4e685964744" providerId="LiveId" clId="{EE1C1789-BDE8-4146-AB03-6B81C8344118}" dt="2024-08-26T18:23:02.817" v="775" actId="1076"/>
        <pc:sldMkLst>
          <pc:docMk/>
          <pc:sldMk cId="2673760905" sldId="260"/>
        </pc:sldMkLst>
      </pc:sldChg>
      <pc:sldChg chg="delSp modSp add mod">
        <pc:chgData name="matheus raffael simon" userId="b81fe4e685964744" providerId="LiveId" clId="{EE1C1789-BDE8-4146-AB03-6B81C8344118}" dt="2024-08-26T18:28:25.951" v="1256" actId="20577"/>
        <pc:sldMkLst>
          <pc:docMk/>
          <pc:sldMk cId="4051456807" sldId="261"/>
        </pc:sldMkLst>
      </pc:sldChg>
      <pc:sldChg chg="addSp modSp add mod">
        <pc:chgData name="matheus raffael simon" userId="b81fe4e685964744" providerId="LiveId" clId="{EE1C1789-BDE8-4146-AB03-6B81C8344118}" dt="2024-08-26T18:35:19.241" v="1359" actId="313"/>
        <pc:sldMkLst>
          <pc:docMk/>
          <pc:sldMk cId="2302388600" sldId="262"/>
        </pc:sldMkLst>
      </pc:sldChg>
      <pc:sldChg chg="addSp delSp modSp add mod">
        <pc:chgData name="matheus raffael simon" userId="b81fe4e685964744" providerId="LiveId" clId="{EE1C1789-BDE8-4146-AB03-6B81C8344118}" dt="2024-08-26T18:36:59.188" v="1396" actId="6549"/>
        <pc:sldMkLst>
          <pc:docMk/>
          <pc:sldMk cId="1248356597" sldId="263"/>
        </pc:sldMkLst>
      </pc:sldChg>
      <pc:sldChg chg="addSp delSp modSp add mod">
        <pc:chgData name="matheus raffael simon" userId="b81fe4e685964744" providerId="LiveId" clId="{EE1C1789-BDE8-4146-AB03-6B81C8344118}" dt="2024-08-26T19:28:23.760" v="1646" actId="1076"/>
        <pc:sldMkLst>
          <pc:docMk/>
          <pc:sldMk cId="233274655" sldId="264"/>
        </pc:sldMkLst>
      </pc:sldChg>
      <pc:sldChg chg="addSp delSp modSp add mod">
        <pc:chgData name="matheus raffael simon" userId="b81fe4e685964744" providerId="LiveId" clId="{EE1C1789-BDE8-4146-AB03-6B81C8344118}" dt="2024-08-26T19:56:44.775" v="1946" actId="1076"/>
        <pc:sldMkLst>
          <pc:docMk/>
          <pc:sldMk cId="698513156" sldId="265"/>
        </pc:sldMkLst>
      </pc:sldChg>
      <pc:sldChg chg="delSp modSp add mod ord">
        <pc:chgData name="matheus raffael simon" userId="b81fe4e685964744" providerId="LiveId" clId="{EE1C1789-BDE8-4146-AB03-6B81C8344118}" dt="2024-08-26T20:14:01.283" v="2414" actId="20577"/>
        <pc:sldMkLst>
          <pc:docMk/>
          <pc:sldMk cId="2501617308" sldId="266"/>
        </pc:sldMkLst>
      </pc:sldChg>
      <pc:sldChg chg="addSp delSp modSp add mod setBg delDesignElem">
        <pc:chgData name="matheus raffael simon" userId="b81fe4e685964744" providerId="LiveId" clId="{EE1C1789-BDE8-4146-AB03-6B81C8344118}" dt="2024-08-26T20:12:33.809" v="2272" actId="20577"/>
        <pc:sldMkLst>
          <pc:docMk/>
          <pc:sldMk cId="4135610666" sldId="267"/>
        </pc:sldMkLst>
      </pc:sldChg>
      <pc:sldChg chg="modSp add mod">
        <pc:chgData name="matheus raffael simon" userId="b81fe4e685964744" providerId="LiveId" clId="{EE1C1789-BDE8-4146-AB03-6B81C8344118}" dt="2024-08-26T20:15:42.964" v="2692" actId="20577"/>
        <pc:sldMkLst>
          <pc:docMk/>
          <pc:sldMk cId="2361452666" sldId="268"/>
        </pc:sldMkLst>
      </pc:sldChg>
      <pc:sldChg chg="modSp add mod">
        <pc:chgData name="matheus raffael simon" userId="b81fe4e685964744" providerId="LiveId" clId="{EE1C1789-BDE8-4146-AB03-6B81C8344118}" dt="2024-08-26T20:17:56.894" v="3102" actId="20577"/>
        <pc:sldMkLst>
          <pc:docMk/>
          <pc:sldMk cId="2940573516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17/03/2025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/>
              <a:t>TECNOLOGIAS MÓVEIS E HÍBRIDAS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4573457"/>
          </a:xfrm>
        </p:spPr>
        <p:txBody>
          <a:bodyPr anchor="ctr">
            <a:normAutofit/>
          </a:bodyPr>
          <a:lstStyle/>
          <a:p>
            <a:r>
              <a:rPr lang="pt-BR" dirty="0"/>
              <a:t>Meu primeiro App:</a:t>
            </a:r>
            <a:br>
              <a:rPr lang="pt-BR" dirty="0"/>
            </a:br>
            <a:r>
              <a:rPr lang="pt-BR" dirty="0"/>
              <a:t>Meu contador de cliques.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D9249A7-2A40-525A-F2F2-F95B4005F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088689" cy="4524295"/>
          </a:xfrm>
        </p:spPr>
        <p:txBody>
          <a:bodyPr anchor="ctr">
            <a:normAutofit/>
          </a:bodyPr>
          <a:lstStyle/>
          <a:p>
            <a:r>
              <a:rPr lang="pt-BR" sz="3500" dirty="0"/>
              <a:t>Espero que todos tenham feito a configuração da aula passada, se não faça o mais rápido possível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77F6E7C-96F9-FA05-20EA-AC0A52C0D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428595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Iniciar um projeto </a:t>
            </a:r>
            <a:r>
              <a:rPr lang="pt-BR" sz="5400" dirty="0" err="1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2800395"/>
          </a:xfrm>
        </p:spPr>
        <p:txBody>
          <a:bodyPr anchor="t">
            <a:normAutofit/>
          </a:bodyPr>
          <a:lstStyle/>
          <a:p>
            <a:r>
              <a:rPr lang="pt-BR" sz="2100" dirty="0"/>
              <a:t>Abra o terminal do seu PC.</a:t>
            </a:r>
          </a:p>
          <a:p>
            <a:r>
              <a:rPr lang="pt-BR" sz="2100" dirty="0"/>
              <a:t>Navegue até uma pasta onde você criará o projeto. </a:t>
            </a:r>
            <a:r>
              <a:rPr lang="pt-BR" sz="2100" dirty="0" err="1"/>
              <a:t>Ex</a:t>
            </a:r>
            <a:r>
              <a:rPr lang="pt-BR" sz="2100" dirty="0"/>
              <a:t>: C:, D:...</a:t>
            </a:r>
          </a:p>
          <a:p>
            <a:r>
              <a:rPr lang="pt-BR" sz="2100" dirty="0"/>
              <a:t>Crie um projeto </a:t>
            </a:r>
            <a:r>
              <a:rPr lang="pt-BR" sz="2100" dirty="0" err="1"/>
              <a:t>flutter</a:t>
            </a:r>
            <a:r>
              <a:rPr lang="pt-BR" sz="2100" dirty="0"/>
              <a:t>:</a:t>
            </a:r>
          </a:p>
          <a:p>
            <a:endParaRPr lang="pt-BR" sz="2100" dirty="0"/>
          </a:p>
          <a:p>
            <a:endParaRPr lang="pt-BR" sz="2100" dirty="0"/>
          </a:p>
          <a:p>
            <a:r>
              <a:rPr lang="pt-BR" sz="2100" dirty="0"/>
              <a:t>De </a:t>
            </a:r>
            <a:r>
              <a:rPr lang="pt-BR" sz="2100" dirty="0" err="1"/>
              <a:t>Enter</a:t>
            </a:r>
            <a:r>
              <a:rPr lang="pt-BR" sz="2100" dirty="0"/>
              <a:t> e aguarde (uns 1 min +/-).</a:t>
            </a:r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4879F8-A614-E77E-C3A8-A9CA6EB77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99" y="4306355"/>
            <a:ext cx="6266974" cy="52128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8733445-AF2A-6ECF-811B-A102E1EF2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950" y="5501522"/>
            <a:ext cx="4389500" cy="13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7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Abrindo o </a:t>
            </a:r>
            <a:r>
              <a:rPr lang="pt-BR" sz="5400" dirty="0" err="1"/>
              <a:t>flutter</a:t>
            </a:r>
            <a:r>
              <a:rPr lang="pt-BR" sz="5400" dirty="0"/>
              <a:t> no VS </a:t>
            </a:r>
            <a:r>
              <a:rPr lang="pt-BR" sz="5400" dirty="0" err="1"/>
              <a:t>Code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2800395"/>
          </a:xfrm>
        </p:spPr>
        <p:txBody>
          <a:bodyPr anchor="t">
            <a:normAutofit lnSpcReduction="10000"/>
          </a:bodyPr>
          <a:lstStyle/>
          <a:p>
            <a:r>
              <a:rPr lang="pt-BR" sz="2100" dirty="0"/>
              <a:t>Navegue pelo terminal até a pasta do projeto criada.</a:t>
            </a:r>
          </a:p>
          <a:p>
            <a:r>
              <a:rPr lang="pt-BR" sz="2100" dirty="0"/>
              <a:t>Vamos abrir o projeto no VS </a:t>
            </a:r>
            <a:r>
              <a:rPr lang="pt-BR" sz="2100" dirty="0" err="1"/>
              <a:t>Code</a:t>
            </a:r>
            <a:r>
              <a:rPr lang="pt-BR" sz="2100" dirty="0"/>
              <a:t>, lembrando que é o projeto e não a pasta.</a:t>
            </a:r>
          </a:p>
          <a:p>
            <a:r>
              <a:rPr lang="pt-BR" sz="2100" dirty="0"/>
              <a:t>Para fazer isso existem algumas formas, como:</a:t>
            </a:r>
          </a:p>
          <a:p>
            <a:r>
              <a:rPr lang="pt-BR" sz="2100" dirty="0"/>
              <a:t>1-Via terminal, utilize o comando </a:t>
            </a:r>
          </a:p>
          <a:p>
            <a:r>
              <a:rPr lang="pt-BR" sz="2100" dirty="0"/>
              <a:t>2-Arrastando a pasta para o </a:t>
            </a:r>
            <a:r>
              <a:rPr lang="pt-BR" sz="2100" dirty="0" err="1"/>
              <a:t>icone</a:t>
            </a:r>
            <a:r>
              <a:rPr lang="pt-BR" sz="2100" dirty="0"/>
              <a:t> do VS </a:t>
            </a:r>
            <a:r>
              <a:rPr lang="pt-BR" sz="2100" dirty="0" err="1"/>
              <a:t>Code</a:t>
            </a:r>
            <a:r>
              <a:rPr lang="pt-BR" sz="2100" dirty="0"/>
              <a:t> na barra de tarefas.</a:t>
            </a:r>
          </a:p>
          <a:p>
            <a:r>
              <a:rPr lang="pt-BR" sz="2100" dirty="0"/>
              <a:t>OBS: Por padrão irei utilizar a opção 1.</a:t>
            </a:r>
          </a:p>
          <a:p>
            <a:endParaRPr lang="pt-BR" sz="21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6953FF-474E-2811-7CEC-83CAD38D4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431" y="4369666"/>
            <a:ext cx="1286422" cy="37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6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Abrindo o </a:t>
            </a:r>
            <a:r>
              <a:rPr lang="pt-BR" sz="5400" dirty="0" err="1"/>
              <a:t>flutter</a:t>
            </a:r>
            <a:r>
              <a:rPr lang="pt-BR" sz="5400" dirty="0"/>
              <a:t> no VS </a:t>
            </a:r>
            <a:r>
              <a:rPr lang="pt-BR" sz="5400" dirty="0" err="1"/>
              <a:t>Code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2800395"/>
          </a:xfrm>
        </p:spPr>
        <p:txBody>
          <a:bodyPr anchor="t">
            <a:normAutofit/>
          </a:bodyPr>
          <a:lstStyle/>
          <a:p>
            <a:r>
              <a:rPr lang="pt-BR" sz="2100" dirty="0"/>
              <a:t>Já com o VS </a:t>
            </a:r>
            <a:r>
              <a:rPr lang="pt-BR" sz="2100" dirty="0" err="1"/>
              <a:t>Code</a:t>
            </a:r>
            <a:r>
              <a:rPr lang="pt-BR" sz="2100" dirty="0"/>
              <a:t> aberto, navegue até a pasta </a:t>
            </a:r>
            <a:r>
              <a:rPr lang="pt-BR" sz="2100" dirty="0" err="1"/>
              <a:t>lib</a:t>
            </a:r>
            <a:r>
              <a:rPr lang="pt-BR" sz="2100" dirty="0"/>
              <a:t>&gt;</a:t>
            </a:r>
            <a:r>
              <a:rPr lang="pt-BR" sz="2100" dirty="0" err="1"/>
              <a:t>main.dart</a:t>
            </a:r>
            <a:endParaRPr lang="pt-BR" sz="2100" dirty="0"/>
          </a:p>
          <a:p>
            <a:r>
              <a:rPr lang="pt-BR" sz="2100" dirty="0"/>
              <a:t>Esse é o arquivo principal, onde iremos programar, e é nele que o </a:t>
            </a:r>
            <a:r>
              <a:rPr lang="pt-BR" sz="2100" dirty="0" err="1"/>
              <a:t>run</a:t>
            </a:r>
            <a:r>
              <a:rPr lang="pt-BR" sz="2100" dirty="0"/>
              <a:t> está. O </a:t>
            </a:r>
            <a:r>
              <a:rPr lang="pt-BR" sz="2100" dirty="0" err="1"/>
              <a:t>runApp</a:t>
            </a:r>
            <a:r>
              <a:rPr lang="pt-BR" sz="2100" dirty="0"/>
              <a:t> é o método que executa o app seja no emulador ou no celular verdadeiro.</a:t>
            </a:r>
          </a:p>
          <a:p>
            <a:r>
              <a:rPr lang="pt-BR" sz="2100" dirty="0"/>
              <a:t>OBS: O </a:t>
            </a:r>
            <a:r>
              <a:rPr lang="pt-BR" sz="2100" dirty="0" err="1"/>
              <a:t>flutter</a:t>
            </a:r>
            <a:r>
              <a:rPr lang="pt-BR" sz="2100" dirty="0"/>
              <a:t> atualmente consegue </a:t>
            </a:r>
            <a:r>
              <a:rPr lang="pt-BR" sz="2100" dirty="0" err="1"/>
              <a:t>bildar</a:t>
            </a:r>
            <a:r>
              <a:rPr lang="pt-BR" sz="2100" dirty="0"/>
              <a:t> para celulares, mobile e desktop, vamos nos atentar apenas para celulares, visto que é o intuito da matéria, pois alguns elementos mudam completamente de um para o outro.</a:t>
            </a:r>
          </a:p>
          <a:p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405145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o emulador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2800395"/>
          </a:xfrm>
        </p:spPr>
        <p:txBody>
          <a:bodyPr anchor="t">
            <a:normAutofit/>
          </a:bodyPr>
          <a:lstStyle/>
          <a:p>
            <a:r>
              <a:rPr lang="pt-BR" sz="2100" dirty="0"/>
              <a:t>No canto inferior direito, clique na opção devices:</a:t>
            </a:r>
          </a:p>
          <a:p>
            <a:endParaRPr lang="pt-BR" sz="2100" dirty="0"/>
          </a:p>
          <a:p>
            <a:endParaRPr lang="pt-BR" sz="21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F83F8C-14C4-761D-2AA2-6EDCD56F8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047" y="3427216"/>
            <a:ext cx="6960023" cy="6531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DD86007-9DE1-D209-1D2A-FA1A4D5EE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977" y="4272903"/>
            <a:ext cx="5715495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8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o emulador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2800395"/>
          </a:xfrm>
        </p:spPr>
        <p:txBody>
          <a:bodyPr anchor="t">
            <a:normAutofit/>
          </a:bodyPr>
          <a:lstStyle/>
          <a:p>
            <a:r>
              <a:rPr lang="pt-BR" sz="2100" dirty="0"/>
              <a:t>Inicie o Pixel mobile </a:t>
            </a:r>
            <a:r>
              <a:rPr lang="pt-BR" sz="2100" dirty="0" err="1"/>
              <a:t>emulator</a:t>
            </a:r>
            <a:r>
              <a:rPr lang="pt-BR" sz="2100" dirty="0"/>
              <a:t>:</a:t>
            </a:r>
          </a:p>
          <a:p>
            <a:endParaRPr lang="pt-BR" sz="2100" dirty="0"/>
          </a:p>
          <a:p>
            <a:endParaRPr lang="pt-BR" sz="21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D86007-9DE1-D209-1D2A-FA1A4D5EE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977" y="4272903"/>
            <a:ext cx="5715495" cy="1882303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8908408-9532-D6DF-7AE4-CD39544AF63D}"/>
              </a:ext>
            </a:extLst>
          </p:cNvPr>
          <p:cNvCxnSpPr/>
          <p:nvPr/>
        </p:nvCxnSpPr>
        <p:spPr>
          <a:xfrm flipH="1">
            <a:off x="4060723" y="5093110"/>
            <a:ext cx="1150374" cy="36379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356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o emulador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2800395"/>
          </a:xfrm>
        </p:spPr>
        <p:txBody>
          <a:bodyPr anchor="t">
            <a:normAutofit/>
          </a:bodyPr>
          <a:lstStyle/>
          <a:p>
            <a:r>
              <a:rPr lang="pt-BR" sz="2100" dirty="0"/>
              <a:t>Depois de clicar, aguarde o emulador carregar (PS: demora).</a:t>
            </a:r>
          </a:p>
          <a:p>
            <a:r>
              <a:rPr lang="pt-BR" sz="2100" dirty="0"/>
              <a:t>Você já bebeu 2 litros de água hoje?</a:t>
            </a:r>
          </a:p>
          <a:p>
            <a:r>
              <a:rPr lang="pt-BR" sz="2100" dirty="0"/>
              <a:t>Computador irá ligar o modo turbo...</a:t>
            </a:r>
          </a:p>
          <a:p>
            <a:r>
              <a:rPr lang="pt-BR" sz="2100" dirty="0"/>
              <a:t>Depois que ele abrir ele aparecerá no canto inferior direito:</a:t>
            </a:r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A9F6A4-D27B-8AEC-A605-4F0DDE52C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52" y="5108384"/>
            <a:ext cx="6660461" cy="9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Executando 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3261688"/>
          </a:xfrm>
        </p:spPr>
        <p:txBody>
          <a:bodyPr anchor="t">
            <a:normAutofit lnSpcReduction="10000"/>
          </a:bodyPr>
          <a:lstStyle/>
          <a:p>
            <a:r>
              <a:rPr lang="pt-BR" sz="2100" dirty="0"/>
              <a:t>Existem algumas formas de executar o projeto:</a:t>
            </a:r>
          </a:p>
          <a:p>
            <a:r>
              <a:rPr lang="pt-BR" sz="2100" dirty="0"/>
              <a:t>OBS: deverá estar no arquivo </a:t>
            </a:r>
            <a:r>
              <a:rPr lang="pt-BR" sz="2100" dirty="0" err="1"/>
              <a:t>main</a:t>
            </a:r>
            <a:r>
              <a:rPr lang="pt-BR" sz="2100" dirty="0"/>
              <a:t>.</a:t>
            </a:r>
          </a:p>
          <a:p>
            <a:r>
              <a:rPr lang="pt-BR" sz="2100" dirty="0"/>
              <a:t>1 – Ctrl+F5</a:t>
            </a:r>
          </a:p>
          <a:p>
            <a:endParaRPr lang="pt-BR" sz="2100" dirty="0"/>
          </a:p>
          <a:p>
            <a:r>
              <a:rPr lang="pt-BR" sz="2100" dirty="0"/>
              <a:t>2 – </a:t>
            </a:r>
          </a:p>
          <a:p>
            <a:endParaRPr lang="pt-BR" sz="2100" dirty="0"/>
          </a:p>
          <a:p>
            <a:endParaRPr lang="pt-BR" sz="2100" dirty="0"/>
          </a:p>
          <a:p>
            <a:r>
              <a:rPr lang="pt-BR" sz="2100" dirty="0"/>
              <a:t>3 - </a:t>
            </a:r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F44DC0-1E44-4568-FD44-43D9A943E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713" y="4117951"/>
            <a:ext cx="2377646" cy="102116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83E8487-EFA9-4562-D60E-DD9351863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551" y="5232943"/>
            <a:ext cx="2865368" cy="150127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FCF1C75-B4D6-A2C6-52CB-EA3161A67D4E}"/>
              </a:ext>
            </a:extLst>
          </p:cNvPr>
          <p:cNvSpPr txBox="1"/>
          <p:nvPr/>
        </p:nvSpPr>
        <p:spPr>
          <a:xfrm>
            <a:off x="6497760" y="3065087"/>
            <a:ext cx="22122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OBS: Na primeira execução, ele vai demorar bastante para abrir o projeto, tenha calma e não quebre o teclado </a:t>
            </a:r>
            <a:r>
              <a:rPr lang="pt-BR" dirty="0" err="1"/>
              <a:t>rsrs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8E80D06-85A8-3EDE-0EEF-01CD5DF59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930" y="4935737"/>
            <a:ext cx="1729890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13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4512638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Executando 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4607952" cy="3261688"/>
          </a:xfrm>
        </p:spPr>
        <p:txBody>
          <a:bodyPr anchor="t">
            <a:normAutofit/>
          </a:bodyPr>
          <a:lstStyle/>
          <a:p>
            <a:r>
              <a:rPr lang="pt-BR" sz="2100" dirty="0"/>
              <a:t>Agora sim, estamos executando nosso primeiro projeto, </a:t>
            </a:r>
            <a:r>
              <a:rPr lang="pt-BR" sz="2100" dirty="0" err="1"/>
              <a:t>uhulll</a:t>
            </a:r>
            <a:r>
              <a:rPr lang="pt-BR" sz="2100" dirty="0"/>
              <a:t>.</a:t>
            </a:r>
          </a:p>
          <a:p>
            <a:r>
              <a:rPr lang="pt-BR" sz="2100" dirty="0"/>
              <a:t>OS: Ligue o som e clique no botão “+”.</a:t>
            </a:r>
          </a:p>
          <a:p>
            <a:r>
              <a:rPr lang="pt-BR" sz="2100" dirty="0"/>
              <a:t>Porém falta algo, precisamos executar o comando universal de iniciação de uma nova linguagem, o </a:t>
            </a:r>
            <a:r>
              <a:rPr lang="pt-BR" sz="2100" dirty="0" err="1"/>
              <a:t>Hello</a:t>
            </a:r>
            <a:r>
              <a:rPr lang="pt-BR" sz="2100" dirty="0"/>
              <a:t> World. Se ele não for executado, seus projetos não darão certo </a:t>
            </a:r>
            <a:r>
              <a:rPr lang="pt-BR" sz="2100" dirty="0" err="1"/>
              <a:t>rsrs</a:t>
            </a:r>
            <a:endParaRPr lang="pt-BR" sz="2100" dirty="0"/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274C38-716A-EF3F-9AA2-14CD87EAB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882" y="135865"/>
            <a:ext cx="3119834" cy="657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1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Executando 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3261688"/>
          </a:xfrm>
        </p:spPr>
        <p:txBody>
          <a:bodyPr anchor="t">
            <a:normAutofit/>
          </a:bodyPr>
          <a:lstStyle/>
          <a:p>
            <a:r>
              <a:rPr lang="pt-BR" sz="2100" dirty="0"/>
              <a:t>Vá para linha 34 e edite o título do app para “</a:t>
            </a:r>
            <a:r>
              <a:rPr lang="pt-BR" sz="2100" dirty="0" err="1"/>
              <a:t>Hello</a:t>
            </a:r>
            <a:r>
              <a:rPr lang="pt-BR" sz="2100" dirty="0"/>
              <a:t> World”.</a:t>
            </a:r>
          </a:p>
          <a:p>
            <a:r>
              <a:rPr lang="pt-BR" sz="2100" dirty="0"/>
              <a:t>Execute novamente...</a:t>
            </a:r>
          </a:p>
          <a:p>
            <a:r>
              <a:rPr lang="pt-BR" sz="2100" dirty="0"/>
              <a:t>Agora estamos livre de qualquer maldição.</a:t>
            </a:r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250161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Depuração via usb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3261688"/>
          </a:xfrm>
        </p:spPr>
        <p:txBody>
          <a:bodyPr anchor="t">
            <a:normAutofit/>
          </a:bodyPr>
          <a:lstStyle/>
          <a:p>
            <a:r>
              <a:rPr lang="pt-BR" sz="2100" dirty="0"/>
              <a:t>Podemos executar a depuração em qualquer celular, </a:t>
            </a:r>
            <a:r>
              <a:rPr lang="pt-BR" sz="2100" dirty="0" err="1"/>
              <a:t>android</a:t>
            </a:r>
            <a:r>
              <a:rPr lang="pt-BR" sz="2100" dirty="0"/>
              <a:t> ou IOS.</a:t>
            </a:r>
          </a:p>
          <a:p>
            <a:r>
              <a:rPr lang="pt-BR" sz="2100" dirty="0"/>
              <a:t>Para fazer isso procure no google como é a configuração da depuração </a:t>
            </a:r>
            <a:r>
              <a:rPr lang="pt-BR" sz="2100" dirty="0" err="1"/>
              <a:t>andoid</a:t>
            </a:r>
            <a:r>
              <a:rPr lang="pt-BR" sz="2100" dirty="0"/>
              <a:t> ou </a:t>
            </a:r>
            <a:r>
              <a:rPr lang="pt-BR" sz="2100" dirty="0" err="1"/>
              <a:t>ios</a:t>
            </a:r>
            <a:r>
              <a:rPr lang="pt-BR" sz="2100" dirty="0"/>
              <a:t>, visto que é diferente para cada modelo/fabricante.</a:t>
            </a:r>
          </a:p>
          <a:p>
            <a:r>
              <a:rPr lang="pt-BR" sz="2100" dirty="0"/>
              <a:t>OBS: Não tenho conhecimento em IOS, apenas Android.</a:t>
            </a:r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2361452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265670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Depuração via usb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65670" cy="3261688"/>
          </a:xfrm>
        </p:spPr>
        <p:txBody>
          <a:bodyPr anchor="t">
            <a:normAutofit/>
          </a:bodyPr>
          <a:lstStyle/>
          <a:p>
            <a:r>
              <a:rPr lang="pt-BR" sz="2100" dirty="0"/>
              <a:t>Depois de configurado e o celular conectado no </a:t>
            </a:r>
            <a:r>
              <a:rPr lang="pt-BR" sz="2100" dirty="0" err="1"/>
              <a:t>pc</a:t>
            </a:r>
            <a:r>
              <a:rPr lang="pt-BR" sz="2100" dirty="0"/>
              <a:t> via usb, irá aparecer junto dos emuladores a opção para executar diretamente no celular físico. </a:t>
            </a:r>
          </a:p>
          <a:p>
            <a:r>
              <a:rPr lang="pt-BR" sz="2100" dirty="0"/>
              <a:t>Uma vantagem de se executar no celular físico e não no emulador, é que você não está gastando o hardware do computador para emular algo.</a:t>
            </a:r>
          </a:p>
          <a:p>
            <a:r>
              <a:rPr lang="pt-BR" sz="2100" dirty="0"/>
              <a:t>Porém não é necessário um celular para as aulas, porém quem tiver e </a:t>
            </a:r>
            <a:r>
              <a:rPr lang="pt-BR" sz="2100"/>
              <a:t>quiser trazer...</a:t>
            </a:r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  <a:p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2940573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1600</TotalTime>
  <Words>582</Words>
  <Application>Microsoft Office PowerPoint</Application>
  <PresentationFormat>Apresentação na tela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TECNOLOGIAS MÓVEIS E HÍBRIDAS</vt:lpstr>
      <vt:lpstr>Meu primeiro App: Meu contador de cliques.</vt:lpstr>
      <vt:lpstr>Espero que todos tenham feito a configuração da aula passada, se não faça o mais rápido possível</vt:lpstr>
      <vt:lpstr>Iniciar um projeto Flutter</vt:lpstr>
      <vt:lpstr>Abrindo o flutter no VS Code</vt:lpstr>
      <vt:lpstr>Abrindo o flutter no VS Code</vt:lpstr>
      <vt:lpstr>Iniciando o emulador</vt:lpstr>
      <vt:lpstr>Iniciando o emulador</vt:lpstr>
      <vt:lpstr>Iniciando o emulador</vt:lpstr>
      <vt:lpstr>Executando o projeto</vt:lpstr>
      <vt:lpstr>Executando o projeto</vt:lpstr>
      <vt:lpstr>Executando o projeto</vt:lpstr>
      <vt:lpstr>Depuração via usb</vt:lpstr>
      <vt:lpstr>Depuração via usb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43</cp:revision>
  <dcterms:created xsi:type="dcterms:W3CDTF">2023-01-24T23:29:32Z</dcterms:created>
  <dcterms:modified xsi:type="dcterms:W3CDTF">2025-03-17T19:48:59Z</dcterms:modified>
</cp:coreProperties>
</file>