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8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15A05EB9-64CA-47DC-9AFF-EA34CC31A23F}"/>
    <pc:docChg chg="custSel addSld delSld modSld">
      <pc:chgData name="matheus raffael simon" userId="b81fe4e685964744" providerId="LiveId" clId="{15A05EB9-64CA-47DC-9AFF-EA34CC31A23F}" dt="2024-09-03T00:52:42.572" v="308" actId="20577"/>
      <pc:docMkLst>
        <pc:docMk/>
      </pc:docMkLst>
      <pc:sldChg chg="addSp delSp modSp mod">
        <pc:chgData name="matheus raffael simon" userId="b81fe4e685964744" providerId="LiveId" clId="{15A05EB9-64CA-47DC-9AFF-EA34CC31A23F}" dt="2024-09-02T22:40:26.516" v="247" actId="255"/>
        <pc:sldMkLst>
          <pc:docMk/>
          <pc:sldMk cId="1243785424" sldId="257"/>
        </pc:sldMkLst>
      </pc:sldChg>
      <pc:sldChg chg="addSp delSp add del setBg delDesignElem">
        <pc:chgData name="matheus raffael simon" userId="b81fe4e685964744" providerId="LiveId" clId="{15A05EB9-64CA-47DC-9AFF-EA34CC31A23F}" dt="2024-09-02T22:34:30.461" v="2"/>
        <pc:sldMkLst>
          <pc:docMk/>
          <pc:sldMk cId="112984215" sldId="258"/>
        </pc:sldMkLst>
      </pc:sldChg>
      <pc:sldChg chg="addSp delSp modSp add mod">
        <pc:chgData name="matheus raffael simon" userId="b81fe4e685964744" providerId="LiveId" clId="{15A05EB9-64CA-47DC-9AFF-EA34CC31A23F}" dt="2024-09-02T22:39:38.987" v="196" actId="27636"/>
        <pc:sldMkLst>
          <pc:docMk/>
          <pc:sldMk cId="3183948820" sldId="258"/>
        </pc:sldMkLst>
      </pc:sldChg>
      <pc:sldChg chg="addSp delSp add del setBg delDesignElem">
        <pc:chgData name="matheus raffael simon" userId="b81fe4e685964744" providerId="LiveId" clId="{15A05EB9-64CA-47DC-9AFF-EA34CC31A23F}" dt="2024-09-02T22:39:49.127" v="199"/>
        <pc:sldMkLst>
          <pc:docMk/>
          <pc:sldMk cId="1468388824" sldId="259"/>
        </pc:sldMkLst>
      </pc:sldChg>
      <pc:sldChg chg="modSp add mod">
        <pc:chgData name="matheus raffael simon" userId="b81fe4e685964744" providerId="LiveId" clId="{15A05EB9-64CA-47DC-9AFF-EA34CC31A23F}" dt="2024-09-03T00:52:42.572" v="308" actId="20577"/>
        <pc:sldMkLst>
          <pc:docMk/>
          <pc:sldMk cId="3351546077" sldId="259"/>
        </pc:sldMkLst>
      </pc:sldChg>
    </pc:docChg>
  </pc:docChgLst>
  <pc:docChgLst>
    <pc:chgData name="matheus raffael simon" userId="b81fe4e685964744" providerId="LiveId" clId="{8AD0E63C-50EC-4760-ADB7-EF03477DDED8}"/>
    <pc:docChg chg="modSld">
      <pc:chgData name="matheus raffael simon" userId="b81fe4e685964744" providerId="LiveId" clId="{8AD0E63C-50EC-4760-ADB7-EF03477DDED8}" dt="2025-03-31T18:39:48.437" v="42" actId="20577"/>
      <pc:docMkLst>
        <pc:docMk/>
      </pc:docMkLst>
      <pc:sldChg chg="modSp mod">
        <pc:chgData name="matheus raffael simon" userId="b81fe4e685964744" providerId="LiveId" clId="{8AD0E63C-50EC-4760-ADB7-EF03477DDED8}" dt="2025-03-31T18:39:48.437" v="42" actId="20577"/>
        <pc:sldMkLst>
          <pc:docMk/>
          <pc:sldMk cId="3351546077" sldId="259"/>
        </pc:sldMkLst>
        <pc:spChg chg="mod">
          <ac:chgData name="matheus raffael simon" userId="b81fe4e685964744" providerId="LiveId" clId="{8AD0E63C-50EC-4760-ADB7-EF03477DDED8}" dt="2025-03-31T18:39:48.437" v="42" actId="20577"/>
          <ac:spMkLst>
            <pc:docMk/>
            <pc:sldMk cId="3351546077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31/03/2025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/>
              <a:t>TECNOLOGIAS MÓVEIS E HÍBRIDAS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4679645"/>
          </a:xfrm>
        </p:spPr>
        <p:txBody>
          <a:bodyPr anchor="ctr">
            <a:normAutofit/>
          </a:bodyPr>
          <a:lstStyle/>
          <a:p>
            <a:r>
              <a:rPr lang="pt-BR" sz="3600" dirty="0"/>
              <a:t>Entendendo a Obsolescência Programada: Impactos e Soluções</a:t>
            </a:r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938785"/>
            <a:ext cx="7239037" cy="4831080"/>
          </a:xfrm>
        </p:spPr>
        <p:txBody>
          <a:bodyPr anchor="t">
            <a:normAutofit lnSpcReduction="10000"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Introduzir o conceito de obsolescência programada, discutir seus impactos e explorar possíveis soluções de maneira rápida e eficaz.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Trabalho: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Introdução.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Apresentação breve sobre o que é obsolescência programada, seus tipos (técnica, percebida, de software) e exemplos famosos.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Discussão.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Impactos econômicos.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Impactos ambientais.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Impactos sociais.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Produtos que se incluem nesse tema.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Possíveis soluções.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8394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938785"/>
            <a:ext cx="7239037" cy="4831080"/>
          </a:xfrm>
        </p:spPr>
        <p:txBody>
          <a:bodyPr anchor="t">
            <a:norm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Entregar 02/03.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Vale 1 ponto.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Escrito.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Individual.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Deverá colocar a referência (nome apenas).</a:t>
            </a:r>
          </a:p>
          <a:p>
            <a:r>
              <a:rPr lang="pt-BR" sz="2000" b="1">
                <a:latin typeface="Arial" panose="020B0604020202020204" pitchFamily="34" charset="0"/>
                <a:cs typeface="Arial" panose="020B0604020202020204" pitchFamily="34" charset="0"/>
              </a:rPr>
              <a:t>Apresentação (10 minutos no máximo).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515460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1479</TotalTime>
  <Words>124</Words>
  <Application>Microsoft Office PowerPoint</Application>
  <PresentationFormat>Apresentação na tela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TECNOLOGIAS MÓVEIS E HÍBRIDAS</vt:lpstr>
      <vt:lpstr>Entendendo a Obsolescência Programada: Impactos e Soluções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43</cp:revision>
  <dcterms:created xsi:type="dcterms:W3CDTF">2023-01-24T23:29:32Z</dcterms:created>
  <dcterms:modified xsi:type="dcterms:W3CDTF">2025-03-31T18:39:50Z</dcterms:modified>
</cp:coreProperties>
</file>