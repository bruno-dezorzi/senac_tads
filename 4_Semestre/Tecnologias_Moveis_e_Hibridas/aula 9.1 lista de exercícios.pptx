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CB998-9505-42C1-9FE5-41029BD7AD9F}" v="10" dt="2025-03-26T17:54:04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8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FECCB998-9505-42C1-9FE5-41029BD7AD9F}"/>
    <pc:docChg chg="undo custSel addSld delSld modSld">
      <pc:chgData name="matheus raffael simon" userId="b81fe4e685964744" providerId="LiveId" clId="{FECCB998-9505-42C1-9FE5-41029BD7AD9F}" dt="2025-03-26T21:24:39.598" v="477" actId="20577"/>
      <pc:docMkLst>
        <pc:docMk/>
      </pc:docMkLst>
      <pc:sldChg chg="addSp modSp mod">
        <pc:chgData name="matheus raffael simon" userId="b81fe4e685964744" providerId="LiveId" clId="{FECCB998-9505-42C1-9FE5-41029BD7AD9F}" dt="2025-03-26T17:51:09.080" v="73" actId="6549"/>
        <pc:sldMkLst>
          <pc:docMk/>
          <pc:sldMk cId="1243785424" sldId="257"/>
        </pc:sldMkLst>
        <pc:spChg chg="mod">
          <ac:chgData name="matheus raffael simon" userId="b81fe4e685964744" providerId="LiveId" clId="{FECCB998-9505-42C1-9FE5-41029BD7AD9F}" dt="2025-03-26T17:50:47.568" v="57" actId="1076"/>
          <ac:spMkLst>
            <pc:docMk/>
            <pc:sldMk cId="1243785424" sldId="257"/>
            <ac:spMk id="2" creationId="{00000000-0000-0000-0000-000000000000}"/>
          </ac:spMkLst>
        </pc:spChg>
        <pc:spChg chg="mod">
          <ac:chgData name="matheus raffael simon" userId="b81fe4e685964744" providerId="LiveId" clId="{FECCB998-9505-42C1-9FE5-41029BD7AD9F}" dt="2025-03-26T17:51:09.080" v="73" actId="6549"/>
          <ac:spMkLst>
            <pc:docMk/>
            <pc:sldMk cId="1243785424" sldId="257"/>
            <ac:spMk id="3" creationId="{00000000-0000-0000-0000-000000000000}"/>
          </ac:spMkLst>
        </pc:spChg>
        <pc:spChg chg="add">
          <ac:chgData name="matheus raffael simon" userId="b81fe4e685964744" providerId="LiveId" clId="{FECCB998-9505-42C1-9FE5-41029BD7AD9F}" dt="2025-03-26T17:49:22.485" v="18"/>
          <ac:spMkLst>
            <pc:docMk/>
            <pc:sldMk cId="1243785424" sldId="257"/>
            <ac:spMk id="4" creationId="{E9AE77F2-71CF-526F-7254-6E71BD7AFF3B}"/>
          </ac:spMkLst>
        </pc:spChg>
      </pc:sldChg>
      <pc:sldChg chg="del">
        <pc:chgData name="matheus raffael simon" userId="b81fe4e685964744" providerId="LiveId" clId="{FECCB998-9505-42C1-9FE5-41029BD7AD9F}" dt="2025-03-26T17:48:37.398" v="2" actId="47"/>
        <pc:sldMkLst>
          <pc:docMk/>
          <pc:sldMk cId="179075394" sldId="258"/>
        </pc:sldMkLst>
      </pc:sldChg>
      <pc:sldChg chg="modSp add mod">
        <pc:chgData name="matheus raffael simon" userId="b81fe4e685964744" providerId="LiveId" clId="{FECCB998-9505-42C1-9FE5-41029BD7AD9F}" dt="2025-03-26T17:52:38.247" v="128" actId="6549"/>
        <pc:sldMkLst>
          <pc:docMk/>
          <pc:sldMk cId="231226977" sldId="258"/>
        </pc:sldMkLst>
        <pc:spChg chg="mod">
          <ac:chgData name="matheus raffael simon" userId="b81fe4e685964744" providerId="LiveId" clId="{FECCB998-9505-42C1-9FE5-41029BD7AD9F}" dt="2025-03-26T17:52:38.247" v="128" actId="6549"/>
          <ac:spMkLst>
            <pc:docMk/>
            <pc:sldMk cId="231226977" sldId="258"/>
            <ac:spMk id="3" creationId="{37D413C4-374A-3B03-56D3-4EBF1D0F3897}"/>
          </ac:spMkLst>
        </pc:spChg>
      </pc:sldChg>
      <pc:sldChg chg="del">
        <pc:chgData name="matheus raffael simon" userId="b81fe4e685964744" providerId="LiveId" clId="{FECCB998-9505-42C1-9FE5-41029BD7AD9F}" dt="2025-03-26T17:48:37.398" v="2" actId="47"/>
        <pc:sldMkLst>
          <pc:docMk/>
          <pc:sldMk cId="1598859364" sldId="259"/>
        </pc:sldMkLst>
      </pc:sldChg>
      <pc:sldChg chg="modSp add mod">
        <pc:chgData name="matheus raffael simon" userId="b81fe4e685964744" providerId="LiveId" clId="{FECCB998-9505-42C1-9FE5-41029BD7AD9F}" dt="2025-03-26T17:54:27.794" v="187" actId="6549"/>
        <pc:sldMkLst>
          <pc:docMk/>
          <pc:sldMk cId="1942832650" sldId="259"/>
        </pc:sldMkLst>
        <pc:spChg chg="mod">
          <ac:chgData name="matheus raffael simon" userId="b81fe4e685964744" providerId="LiveId" clId="{FECCB998-9505-42C1-9FE5-41029BD7AD9F}" dt="2025-03-26T17:54:27.794" v="187" actId="6549"/>
          <ac:spMkLst>
            <pc:docMk/>
            <pc:sldMk cId="1942832650" sldId="259"/>
            <ac:spMk id="3" creationId="{C2EEEA8D-264C-980D-1080-23EB11A9B300}"/>
          </ac:spMkLst>
        </pc:spChg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2271057604" sldId="260"/>
        </pc:sldMkLst>
      </pc:sldChg>
      <pc:sldChg chg="modSp add mod">
        <pc:chgData name="matheus raffael simon" userId="b81fe4e685964744" providerId="LiveId" clId="{FECCB998-9505-42C1-9FE5-41029BD7AD9F}" dt="2025-03-26T21:24:39.598" v="477" actId="20577"/>
        <pc:sldMkLst>
          <pc:docMk/>
          <pc:sldMk cId="3443079717" sldId="260"/>
        </pc:sldMkLst>
        <pc:spChg chg="mod">
          <ac:chgData name="matheus raffael simon" userId="b81fe4e685964744" providerId="LiveId" clId="{FECCB998-9505-42C1-9FE5-41029BD7AD9F}" dt="2025-03-26T21:24:39.598" v="477" actId="20577"/>
          <ac:spMkLst>
            <pc:docMk/>
            <pc:sldMk cId="3443079717" sldId="260"/>
            <ac:spMk id="3" creationId="{0ADE6DED-0840-6322-E146-C0F56F149D11}"/>
          </ac:spMkLst>
        </pc:spChg>
      </pc:sldChg>
      <pc:sldChg chg="del">
        <pc:chgData name="matheus raffael simon" userId="b81fe4e685964744" providerId="LiveId" clId="{FECCB998-9505-42C1-9FE5-41029BD7AD9F}" dt="2025-03-26T17:48:28.365" v="0" actId="47"/>
        <pc:sldMkLst>
          <pc:docMk/>
          <pc:sldMk cId="1798776989" sldId="261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1100797121" sldId="262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4137946186" sldId="263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4003466597" sldId="264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1325194190" sldId="265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1725618544" sldId="266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4219885346" sldId="267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2778606883" sldId="268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1358367253" sldId="269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451719933" sldId="270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3160842175" sldId="271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798277116" sldId="272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616565567" sldId="273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3001716153" sldId="274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3273914291" sldId="275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2808983883" sldId="276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3140635785" sldId="277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1332205358" sldId="278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2130504303" sldId="279"/>
        </pc:sldMkLst>
      </pc:sldChg>
      <pc:sldChg chg="del">
        <pc:chgData name="matheus raffael simon" userId="b81fe4e685964744" providerId="LiveId" clId="{FECCB998-9505-42C1-9FE5-41029BD7AD9F}" dt="2025-03-26T17:48:33.549" v="1" actId="47"/>
        <pc:sldMkLst>
          <pc:docMk/>
          <pc:sldMk cId="3230295674" sldId="280"/>
        </pc:sldMkLst>
      </pc:sldChg>
    </pc:docChg>
  </pc:docChgLst>
  <pc:docChgLst>
    <pc:chgData name="matheus raffael simon" userId="b81fe4e685964744" providerId="LiveId" clId="{DBE98754-8C51-4007-845A-F0BBC1B5546F}"/>
    <pc:docChg chg="undo custSel addSld delSld modSld sldOrd">
      <pc:chgData name="matheus raffael simon" userId="b81fe4e685964744" providerId="LiveId" clId="{DBE98754-8C51-4007-845A-F0BBC1B5546F}" dt="2024-09-09T17:34:36.485" v="2637" actId="478"/>
      <pc:docMkLst>
        <pc:docMk/>
      </pc:docMkLst>
      <pc:sldChg chg="modSp mod">
        <pc:chgData name="matheus raffael simon" userId="b81fe4e685964744" providerId="LiveId" clId="{DBE98754-8C51-4007-845A-F0BBC1B5546F}" dt="2024-08-27T19:31:59.724" v="276" actId="20577"/>
        <pc:sldMkLst>
          <pc:docMk/>
          <pc:sldMk cId="1243785424" sldId="257"/>
        </pc:sldMkLst>
      </pc:sldChg>
      <pc:sldChg chg="modSp add mod">
        <pc:chgData name="matheus raffael simon" userId="b81fe4e685964744" providerId="LiveId" clId="{DBE98754-8C51-4007-845A-F0BBC1B5546F}" dt="2024-08-27T19:44:57.358" v="566" actId="20577"/>
        <pc:sldMkLst>
          <pc:docMk/>
          <pc:sldMk cId="179075394" sldId="258"/>
        </pc:sldMkLst>
      </pc:sldChg>
      <pc:sldChg chg="add del">
        <pc:chgData name="matheus raffael simon" userId="b81fe4e685964744" providerId="LiveId" clId="{DBE98754-8C51-4007-845A-F0BBC1B5546F}" dt="2024-08-27T19:33:25.809" v="277" actId="47"/>
        <pc:sldMkLst>
          <pc:docMk/>
          <pc:sldMk cId="2813868179" sldId="258"/>
        </pc:sldMkLst>
      </pc:sldChg>
      <pc:sldChg chg="delSp add del setBg delDesignElem">
        <pc:chgData name="matheus raffael simon" userId="b81fe4e685964744" providerId="LiveId" clId="{DBE98754-8C51-4007-845A-F0BBC1B5546F}" dt="2024-08-27T19:29:02.801" v="2" actId="47"/>
        <pc:sldMkLst>
          <pc:docMk/>
          <pc:sldMk cId="3224305943" sldId="258"/>
        </pc:sldMkLst>
      </pc:sldChg>
      <pc:sldChg chg="delSp add del setBg delDesignElem">
        <pc:chgData name="matheus raffael simon" userId="b81fe4e685964744" providerId="LiveId" clId="{DBE98754-8C51-4007-845A-F0BBC1B5546F}" dt="2024-08-27T19:29:06.254" v="5" actId="47"/>
        <pc:sldMkLst>
          <pc:docMk/>
          <pc:sldMk cId="4013890531" sldId="258"/>
        </pc:sldMkLst>
      </pc:sldChg>
      <pc:sldChg chg="modSp add mod">
        <pc:chgData name="matheus raffael simon" userId="b81fe4e685964744" providerId="LiveId" clId="{DBE98754-8C51-4007-845A-F0BBC1B5546F}" dt="2024-08-27T19:48:10.987" v="878" actId="20577"/>
        <pc:sldMkLst>
          <pc:docMk/>
          <pc:sldMk cId="1598859364" sldId="259"/>
        </pc:sldMkLst>
      </pc:sldChg>
      <pc:sldChg chg="modSp add mod ord">
        <pc:chgData name="matheus raffael simon" userId="b81fe4e685964744" providerId="LiveId" clId="{DBE98754-8C51-4007-845A-F0BBC1B5546F}" dt="2024-08-27T20:00:49.036" v="1566" actId="20577"/>
        <pc:sldMkLst>
          <pc:docMk/>
          <pc:sldMk cId="2271057604" sldId="260"/>
        </pc:sldMkLst>
      </pc:sldChg>
      <pc:sldChg chg="modSp add mod">
        <pc:chgData name="matheus raffael simon" userId="b81fe4e685964744" providerId="LiveId" clId="{DBE98754-8C51-4007-845A-F0BBC1B5546F}" dt="2024-08-27T19:52:52.813" v="1150" actId="20577"/>
        <pc:sldMkLst>
          <pc:docMk/>
          <pc:sldMk cId="1798776989" sldId="261"/>
        </pc:sldMkLst>
      </pc:sldChg>
      <pc:sldChg chg="modSp add mod">
        <pc:chgData name="matheus raffael simon" userId="b81fe4e685964744" providerId="LiveId" clId="{DBE98754-8C51-4007-845A-F0BBC1B5546F}" dt="2024-08-27T19:56:34.923" v="1283" actId="20577"/>
        <pc:sldMkLst>
          <pc:docMk/>
          <pc:sldMk cId="1100797121" sldId="262"/>
        </pc:sldMkLst>
      </pc:sldChg>
      <pc:sldChg chg="modSp add mod">
        <pc:chgData name="matheus raffael simon" userId="b81fe4e685964744" providerId="LiveId" clId="{DBE98754-8C51-4007-845A-F0BBC1B5546F}" dt="2024-08-27T20:02:17.005" v="1727" actId="20577"/>
        <pc:sldMkLst>
          <pc:docMk/>
          <pc:sldMk cId="4137946186" sldId="263"/>
        </pc:sldMkLst>
      </pc:sldChg>
      <pc:sldChg chg="modSp add mod">
        <pc:chgData name="matheus raffael simon" userId="b81fe4e685964744" providerId="LiveId" clId="{DBE98754-8C51-4007-845A-F0BBC1B5546F}" dt="2024-08-27T20:05:03.277" v="1853" actId="20577"/>
        <pc:sldMkLst>
          <pc:docMk/>
          <pc:sldMk cId="4003466597" sldId="264"/>
        </pc:sldMkLst>
      </pc:sldChg>
      <pc:sldChg chg="modSp add mod">
        <pc:chgData name="matheus raffael simon" userId="b81fe4e685964744" providerId="LiveId" clId="{DBE98754-8C51-4007-845A-F0BBC1B5546F}" dt="2024-08-27T20:05:34.026" v="1927" actId="5793"/>
        <pc:sldMkLst>
          <pc:docMk/>
          <pc:sldMk cId="1325194190" sldId="265"/>
        </pc:sldMkLst>
      </pc:sldChg>
      <pc:sldChg chg="modSp add mod">
        <pc:chgData name="matheus raffael simon" userId="b81fe4e685964744" providerId="LiveId" clId="{DBE98754-8C51-4007-845A-F0BBC1B5546F}" dt="2024-08-27T20:06:54.994" v="1943" actId="20577"/>
        <pc:sldMkLst>
          <pc:docMk/>
          <pc:sldMk cId="1725618544" sldId="266"/>
        </pc:sldMkLst>
      </pc:sldChg>
      <pc:sldChg chg="modSp add mod">
        <pc:chgData name="matheus raffael simon" userId="b81fe4e685964744" providerId="LiveId" clId="{DBE98754-8C51-4007-845A-F0BBC1B5546F}" dt="2024-08-27T20:08:22.795" v="2039" actId="20577"/>
        <pc:sldMkLst>
          <pc:docMk/>
          <pc:sldMk cId="4219885346" sldId="267"/>
        </pc:sldMkLst>
      </pc:sldChg>
      <pc:sldChg chg="modSp add mod">
        <pc:chgData name="matheus raffael simon" userId="b81fe4e685964744" providerId="LiveId" clId="{DBE98754-8C51-4007-845A-F0BBC1B5546F}" dt="2024-08-27T20:08:48.429" v="2076" actId="20577"/>
        <pc:sldMkLst>
          <pc:docMk/>
          <pc:sldMk cId="2778606883" sldId="268"/>
        </pc:sldMkLst>
      </pc:sldChg>
      <pc:sldChg chg="modSp add mod">
        <pc:chgData name="matheus raffael simon" userId="b81fe4e685964744" providerId="LiveId" clId="{DBE98754-8C51-4007-845A-F0BBC1B5546F}" dt="2024-08-27T20:10:27.426" v="2137" actId="20577"/>
        <pc:sldMkLst>
          <pc:docMk/>
          <pc:sldMk cId="1358367253" sldId="269"/>
        </pc:sldMkLst>
      </pc:sldChg>
      <pc:sldChg chg="modSp add mod">
        <pc:chgData name="matheus raffael simon" userId="b81fe4e685964744" providerId="LiveId" clId="{DBE98754-8C51-4007-845A-F0BBC1B5546F}" dt="2024-08-27T20:12:26.029" v="2309" actId="20577"/>
        <pc:sldMkLst>
          <pc:docMk/>
          <pc:sldMk cId="451719933" sldId="270"/>
        </pc:sldMkLst>
      </pc:sldChg>
      <pc:sldChg chg="modSp add mod">
        <pc:chgData name="matheus raffael simon" userId="b81fe4e685964744" providerId="LiveId" clId="{DBE98754-8C51-4007-845A-F0BBC1B5546F}" dt="2024-08-27T20:15:58.093" v="2488" actId="20577"/>
        <pc:sldMkLst>
          <pc:docMk/>
          <pc:sldMk cId="3160842175" sldId="271"/>
        </pc:sldMkLst>
      </pc:sldChg>
      <pc:sldChg chg="modSp add mod">
        <pc:chgData name="matheus raffael simon" userId="b81fe4e685964744" providerId="LiveId" clId="{DBE98754-8C51-4007-845A-F0BBC1B5546F}" dt="2024-08-27T20:16:53.902" v="2518"/>
        <pc:sldMkLst>
          <pc:docMk/>
          <pc:sldMk cId="798277116" sldId="272"/>
        </pc:sldMkLst>
      </pc:sldChg>
      <pc:sldChg chg="modSp add mod">
        <pc:chgData name="matheus raffael simon" userId="b81fe4e685964744" providerId="LiveId" clId="{DBE98754-8C51-4007-845A-F0BBC1B5546F}" dt="2024-08-27T20:17:26.190" v="2522" actId="27636"/>
        <pc:sldMkLst>
          <pc:docMk/>
          <pc:sldMk cId="616565567" sldId="273"/>
        </pc:sldMkLst>
      </pc:sldChg>
      <pc:sldChg chg="modSp add mod">
        <pc:chgData name="matheus raffael simon" userId="b81fe4e685964744" providerId="LiveId" clId="{DBE98754-8C51-4007-845A-F0BBC1B5546F}" dt="2024-08-27T20:18:07.263" v="2527" actId="27636"/>
        <pc:sldMkLst>
          <pc:docMk/>
          <pc:sldMk cId="3001716153" sldId="274"/>
        </pc:sldMkLst>
      </pc:sldChg>
      <pc:sldChg chg="modSp add mod">
        <pc:chgData name="matheus raffael simon" userId="b81fe4e685964744" providerId="LiveId" clId="{DBE98754-8C51-4007-845A-F0BBC1B5546F}" dt="2024-08-27T20:19:13.407" v="2548" actId="27636"/>
        <pc:sldMkLst>
          <pc:docMk/>
          <pc:sldMk cId="3273914291" sldId="275"/>
        </pc:sldMkLst>
      </pc:sldChg>
      <pc:sldChg chg="modSp add mod">
        <pc:chgData name="matheus raffael simon" userId="b81fe4e685964744" providerId="LiveId" clId="{DBE98754-8C51-4007-845A-F0BBC1B5546F}" dt="2024-08-27T20:20:12.547" v="2560" actId="27636"/>
        <pc:sldMkLst>
          <pc:docMk/>
          <pc:sldMk cId="2808983883" sldId="276"/>
        </pc:sldMkLst>
      </pc:sldChg>
      <pc:sldChg chg="addSp modSp add mod">
        <pc:chgData name="matheus raffael simon" userId="b81fe4e685964744" providerId="LiveId" clId="{DBE98754-8C51-4007-845A-F0BBC1B5546F}" dt="2024-08-27T20:22:02.579" v="2567" actId="6549"/>
        <pc:sldMkLst>
          <pc:docMk/>
          <pc:sldMk cId="3140635785" sldId="277"/>
        </pc:sldMkLst>
      </pc:sldChg>
      <pc:sldChg chg="addSp delSp modSp add mod">
        <pc:chgData name="matheus raffael simon" userId="b81fe4e685964744" providerId="LiveId" clId="{DBE98754-8C51-4007-845A-F0BBC1B5546F}" dt="2024-09-09T17:23:08.005" v="2587" actId="478"/>
        <pc:sldMkLst>
          <pc:docMk/>
          <pc:sldMk cId="1332205358" sldId="278"/>
        </pc:sldMkLst>
      </pc:sldChg>
      <pc:sldChg chg="modSp add mod">
        <pc:chgData name="matheus raffael simon" userId="b81fe4e685964744" providerId="LiveId" clId="{DBE98754-8C51-4007-845A-F0BBC1B5546F}" dt="2024-09-09T17:33:01.441" v="2627" actId="27636"/>
        <pc:sldMkLst>
          <pc:docMk/>
          <pc:sldMk cId="2130504303" sldId="279"/>
        </pc:sldMkLst>
      </pc:sldChg>
      <pc:sldChg chg="addSp delSp modSp add mod">
        <pc:chgData name="matheus raffael simon" userId="b81fe4e685964744" providerId="LiveId" clId="{DBE98754-8C51-4007-845A-F0BBC1B5546F}" dt="2024-09-09T17:34:36.485" v="2637" actId="478"/>
        <pc:sldMkLst>
          <pc:docMk/>
          <pc:sldMk cId="3230295674" sldId="2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26/03/2025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8823" y="278891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1578279"/>
            <a:ext cx="7239037" cy="419158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500" dirty="0"/>
              <a:t>1 - Criação de Variáveis: Declare três variáveis: uma </a:t>
            </a:r>
            <a:r>
              <a:rPr lang="pt-BR" sz="2500" dirty="0" err="1"/>
              <a:t>const</a:t>
            </a:r>
            <a:r>
              <a:rPr lang="pt-BR" sz="2500" dirty="0"/>
              <a:t>, uma final e uma var. Atribua valores diferentes a cada uma e imprima-os.</a:t>
            </a:r>
          </a:p>
          <a:p>
            <a:r>
              <a:rPr lang="pt-BR" sz="2500" dirty="0"/>
              <a:t>2 - Verificação de Número Par ou Ímpar: Escreva um programa que receba um número inteiro e exiba se ele é par ou ímpar.</a:t>
            </a:r>
          </a:p>
          <a:p>
            <a:r>
              <a:rPr lang="pt-BR" sz="2500" dirty="0"/>
              <a:t>3 - Calculadora Simples: Peça ao usuário dois números e uma operação (+, -, *, /). Use switch/case para executar a operação correspondente.</a:t>
            </a:r>
          </a:p>
          <a:p>
            <a:r>
              <a:rPr lang="pt-BR" sz="2500" dirty="0"/>
              <a:t>4 - Soma dos Números de 1 a N: Peça um número N ao usuário e some todos os números de 1 até N utilizando um loop for.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36868-C0F7-2D90-1729-D0C2C129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232B1C-3EB1-0BEB-B0F8-950BB4EE7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7BB926A-1581-BF27-2981-FA001275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61CF2-3FB6-993E-734E-0C240D8B2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535B2-9511-D70C-F5D4-04EF3E7D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3" y="278891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D413C4-374A-3B03-56D3-4EBF1D0F3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578279"/>
            <a:ext cx="7239037" cy="4191585"/>
          </a:xfrm>
        </p:spPr>
        <p:txBody>
          <a:bodyPr anchor="t">
            <a:normAutofit/>
          </a:bodyPr>
          <a:lstStyle/>
          <a:p>
            <a:r>
              <a:rPr lang="pt-BR" sz="2500" dirty="0"/>
              <a:t>5 - Tabuada de um Número: Peça um número e exiba sua tabuada do 1 ao 10 usando um loop </a:t>
            </a:r>
            <a:r>
              <a:rPr lang="pt-BR" sz="2500" dirty="0" err="1"/>
              <a:t>while</a:t>
            </a:r>
            <a:r>
              <a:rPr lang="pt-BR" sz="2500" dirty="0"/>
              <a:t>.</a:t>
            </a:r>
          </a:p>
          <a:p>
            <a:r>
              <a:rPr lang="pt-BR" sz="2500" dirty="0"/>
              <a:t>6 - Média de Notas: Receba três notas de um aluno e exiba a média. Use </a:t>
            </a:r>
            <a:r>
              <a:rPr lang="pt-BR" sz="2500" dirty="0" err="1"/>
              <a:t>if</a:t>
            </a:r>
            <a:r>
              <a:rPr lang="pt-BR" sz="2500" dirty="0"/>
              <a:t>/</a:t>
            </a:r>
            <a:r>
              <a:rPr lang="pt-BR" sz="2500" dirty="0" err="1"/>
              <a:t>else</a:t>
            </a:r>
            <a:r>
              <a:rPr lang="pt-BR" sz="2500" dirty="0"/>
              <a:t> para verificar se ele está aprovado (&gt;= 7), em recuperação (&gt;= 5 e &lt; 7) ou reprovado (&lt; 5).</a:t>
            </a:r>
          </a:p>
          <a:p>
            <a:r>
              <a:rPr lang="pt-BR" sz="2500" dirty="0"/>
              <a:t>7 - Contagem Regressiva: Exiba uma contagem regressiva de 10 a 1 usando um loop do-</a:t>
            </a:r>
            <a:r>
              <a:rPr lang="pt-BR" sz="2500" dirty="0" err="1"/>
              <a:t>while</a:t>
            </a:r>
            <a:r>
              <a:rPr lang="pt-BR" sz="2500" dirty="0"/>
              <a:t>.</a:t>
            </a:r>
          </a:p>
          <a:p>
            <a:r>
              <a:rPr lang="pt-BR" sz="2500" dirty="0"/>
              <a:t>8 - Números </a:t>
            </a:r>
            <a:r>
              <a:rPr lang="pt-BR" sz="2500" dirty="0" err="1"/>
              <a:t>Primos:Peça</a:t>
            </a:r>
            <a:r>
              <a:rPr lang="pt-BR" sz="2500" dirty="0"/>
              <a:t> um número e verifique se ele é primo.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3122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558DD-E80B-0ADA-C67A-0006D51F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884AAF-B28C-11BB-3581-A1095B379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265F19C-ADDA-2E51-0552-1BFCEAA18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49856-4215-F3C7-FFDA-BD89407E5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3A213C-4E07-E599-A803-C4E010E2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3" y="278891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EEEA8D-264C-980D-1080-23EB11A9B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578279"/>
            <a:ext cx="7239037" cy="4191585"/>
          </a:xfrm>
        </p:spPr>
        <p:txBody>
          <a:bodyPr anchor="t">
            <a:normAutofit/>
          </a:bodyPr>
          <a:lstStyle/>
          <a:p>
            <a:r>
              <a:rPr lang="pt-BR" sz="2500" dirty="0"/>
              <a:t>9 -  Conversão de Temperatura: Peça ao usuário uma temperatura em Celsius e converta para Fahrenheit (F = C * 1.8 + 32).</a:t>
            </a:r>
          </a:p>
          <a:p>
            <a:r>
              <a:rPr lang="pt-BR" sz="2500" dirty="0"/>
              <a:t>10 -  Maior e Menor Número: Peça 5 números e exiba o maior e o menor entre eles.</a:t>
            </a:r>
          </a:p>
          <a:p>
            <a:r>
              <a:rPr lang="pt-BR" sz="2500" dirty="0"/>
              <a:t>11 -  Soma dos Dígitos de um Número: Peça um número e some seus dígitos. Exemplo: 234 → 2+3+4 = 9.</a:t>
            </a:r>
          </a:p>
          <a:p>
            <a:r>
              <a:rPr lang="pt-BR" sz="2500" dirty="0"/>
              <a:t>12 -  Ordenação Simples: Peça 5 números e ordene-os em ordem crescente.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4283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5255D-39C6-CEA0-1583-E48313CF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3CC47B-FE48-CDCD-C738-22EED9276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49DE63C5-49AF-2AD9-ABD6-99EA1CA5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8DF5F-2DBB-0DBC-4528-68345E958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C293B0-8AF7-3CB1-F9E6-2C4010CB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3" y="278891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E6DED-0840-6322-E146-C0F56F149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578279"/>
            <a:ext cx="7239037" cy="4191585"/>
          </a:xfrm>
        </p:spPr>
        <p:txBody>
          <a:bodyPr anchor="t">
            <a:normAutofit/>
          </a:bodyPr>
          <a:lstStyle/>
          <a:p>
            <a:r>
              <a:rPr lang="pt-BR" sz="2500" dirty="0"/>
              <a:t>13 -  Faça um vetor de 10 slots que receba valores do usuário e exiba a quantidade de números pares.</a:t>
            </a:r>
          </a:p>
          <a:p>
            <a:r>
              <a:rPr lang="pt-BR" sz="2500" dirty="0"/>
              <a:t>14 – Faça duas matrizes de dados 5x5, peça para o usuário inserir dados nela, e multiplique as coordenadas da matriz. Por fim, printe a nova </a:t>
            </a:r>
            <a:r>
              <a:rPr lang="pt-BR" sz="2500"/>
              <a:t>matriz.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443079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1790</TotalTime>
  <Words>370</Words>
  <Application>Microsoft Office PowerPoint</Application>
  <PresentationFormat>Apresentação na tela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TECNOLOGIAS MÓVEIS E HÍBRIDAS</vt:lpstr>
      <vt:lpstr>exercícios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43</cp:revision>
  <dcterms:created xsi:type="dcterms:W3CDTF">2023-01-24T23:29:32Z</dcterms:created>
  <dcterms:modified xsi:type="dcterms:W3CDTF">2025-03-26T21:24:43Z</dcterms:modified>
</cp:coreProperties>
</file>