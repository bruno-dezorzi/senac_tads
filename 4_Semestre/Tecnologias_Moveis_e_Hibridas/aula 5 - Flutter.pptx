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85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70CEF87C-3BDE-4762-BEC9-6959E7435C90}"/>
    <pc:docChg chg="custSel modSld">
      <pc:chgData name="matheus raffael simon" userId="b81fe4e685964744" providerId="LiveId" clId="{70CEF87C-3BDE-4762-BEC9-6959E7435C90}" dt="2025-03-10T19:55:14.626" v="4" actId="313"/>
      <pc:docMkLst>
        <pc:docMk/>
      </pc:docMkLst>
      <pc:sldChg chg="modSp mod">
        <pc:chgData name="matheus raffael simon" userId="b81fe4e685964744" providerId="LiveId" clId="{70CEF87C-3BDE-4762-BEC9-6959E7435C90}" dt="2025-03-10T19:54:38.319" v="0" actId="313"/>
        <pc:sldMkLst>
          <pc:docMk/>
          <pc:sldMk cId="4045725171" sldId="260"/>
        </pc:sldMkLst>
        <pc:spChg chg="mod">
          <ac:chgData name="matheus raffael simon" userId="b81fe4e685964744" providerId="LiveId" clId="{70CEF87C-3BDE-4762-BEC9-6959E7435C90}" dt="2025-03-10T19:54:38.319" v="0" actId="313"/>
          <ac:spMkLst>
            <pc:docMk/>
            <pc:sldMk cId="4045725171" sldId="260"/>
            <ac:spMk id="3" creationId="{00000000-0000-0000-0000-000000000000}"/>
          </ac:spMkLst>
        </pc:spChg>
      </pc:sldChg>
      <pc:sldChg chg="modSp mod">
        <pc:chgData name="matheus raffael simon" userId="b81fe4e685964744" providerId="LiveId" clId="{70CEF87C-3BDE-4762-BEC9-6959E7435C90}" dt="2025-03-10T19:55:14.626" v="4" actId="313"/>
        <pc:sldMkLst>
          <pc:docMk/>
          <pc:sldMk cId="1170185643" sldId="264"/>
        </pc:sldMkLst>
        <pc:spChg chg="mod">
          <ac:chgData name="matheus raffael simon" userId="b81fe4e685964744" providerId="LiveId" clId="{70CEF87C-3BDE-4762-BEC9-6959E7435C90}" dt="2025-03-10T19:55:14.626" v="4" actId="313"/>
          <ac:spMkLst>
            <pc:docMk/>
            <pc:sldMk cId="1170185643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61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46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96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2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553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38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2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83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6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87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8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10/03/2025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9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formacao.dev/terminal-no-macos-linux/" TargetMode="External"/><Relationship Id="rId2" Type="http://schemas.openxmlformats.org/officeDocument/2006/relationships/hyperlink" Target="https://blog.formacao.dev/iniciando-com-o-terminal-do-window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7" y="919321"/>
            <a:ext cx="2652916" cy="1551956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66977" y="3194465"/>
            <a:ext cx="6691254" cy="1320997"/>
          </a:xfrm>
        </p:spPr>
        <p:txBody>
          <a:bodyPr anchor="b">
            <a:normAutofit/>
          </a:bodyPr>
          <a:lstStyle/>
          <a:p>
            <a:pPr algn="l"/>
            <a:r>
              <a:rPr lang="pt-BR" sz="2800" dirty="0"/>
              <a:t>TECNOLOGIAS MÓVEIS E HÍBRIDAS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6977" y="5142305"/>
            <a:ext cx="5490973" cy="753165"/>
          </a:xfrm>
        </p:spPr>
        <p:txBody>
          <a:bodyPr anchor="t">
            <a:normAutofit/>
          </a:bodyPr>
          <a:lstStyle/>
          <a:p>
            <a:pPr algn="l"/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966977" y="2353635"/>
            <a:ext cx="6691254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50932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5180562"/>
          </a:xfrm>
        </p:spPr>
        <p:txBody>
          <a:bodyPr anchor="ctr">
            <a:normAutofit/>
          </a:bodyPr>
          <a:lstStyle/>
          <a:p>
            <a:r>
              <a:rPr lang="pt-BR" sz="5400" dirty="0" err="1"/>
              <a:t>Flutter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4378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O que é </a:t>
            </a:r>
            <a:r>
              <a:rPr lang="pt-BR" sz="5400" dirty="0" err="1"/>
              <a:t>Flutter</a:t>
            </a:r>
            <a:r>
              <a:rPr lang="pt-BR" sz="5400" dirty="0"/>
              <a:t>?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É uma ferramenta que permite construir </a:t>
            </a:r>
            <a:r>
              <a:rPr lang="pt-BR" sz="2500" b="1" dirty="0"/>
              <a:t>aplicações nativas </a:t>
            </a:r>
            <a:r>
              <a:rPr lang="pt-BR" sz="2500" b="1" dirty="0" err="1"/>
              <a:t>cross-platform</a:t>
            </a:r>
            <a:r>
              <a:rPr lang="pt-BR" sz="2500" dirty="0"/>
              <a:t> (IOS e </a:t>
            </a:r>
            <a:r>
              <a:rPr lang="pt-BR" sz="2500" dirty="0" err="1"/>
              <a:t>Android</a:t>
            </a:r>
            <a:r>
              <a:rPr lang="pt-BR" sz="2500" dirty="0"/>
              <a:t>) usando um </a:t>
            </a:r>
            <a:r>
              <a:rPr lang="pt-BR" sz="2500" b="1" dirty="0"/>
              <a:t>único código fonte/linguagem de programação</a:t>
            </a:r>
            <a:r>
              <a:rPr lang="pt-BR" sz="2500" dirty="0"/>
              <a:t>. </a:t>
            </a:r>
          </a:p>
          <a:p>
            <a:r>
              <a:rPr lang="pt-BR" sz="2500" dirty="0"/>
              <a:t>Qual a dificuldade de manter dois times de desenvolvimento?</a:t>
            </a:r>
          </a:p>
          <a:p>
            <a:r>
              <a:rPr lang="pt-BR" sz="2500" dirty="0"/>
              <a:t>Terei que aprender uma nova linguagem?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75558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O que é </a:t>
            </a:r>
            <a:r>
              <a:rPr lang="pt-BR" sz="5400" dirty="0" err="1"/>
              <a:t>Flutter</a:t>
            </a:r>
            <a:r>
              <a:rPr lang="pt-BR" sz="5400" dirty="0"/>
              <a:t>?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SDK (Software </a:t>
            </a:r>
            <a:r>
              <a:rPr lang="pt-BR" sz="2500" dirty="0" err="1"/>
              <a:t>Development</a:t>
            </a:r>
            <a:r>
              <a:rPr lang="pt-BR" sz="2500" dirty="0"/>
              <a:t> Kit): Ferramenta para compilar seu código para código nativo, </a:t>
            </a:r>
            <a:r>
              <a:rPr lang="pt-BR" sz="2500" dirty="0" err="1"/>
              <a:t>plus</a:t>
            </a:r>
            <a:r>
              <a:rPr lang="pt-BR" sz="2500" dirty="0"/>
              <a:t> desenvolver com facilidade.</a:t>
            </a:r>
          </a:p>
          <a:p>
            <a:r>
              <a:rPr lang="pt-BR" sz="2500" dirty="0"/>
              <a:t>Framework / </a:t>
            </a:r>
            <a:r>
              <a:rPr lang="pt-BR" sz="2500" dirty="0" err="1"/>
              <a:t>Widget</a:t>
            </a:r>
            <a:r>
              <a:rPr lang="pt-BR" sz="2500" dirty="0"/>
              <a:t> Library: Componentes de UI (</a:t>
            </a:r>
            <a:r>
              <a:rPr lang="pt-PT" sz="2400" dirty="0"/>
              <a:t>User Interface</a:t>
            </a:r>
            <a:r>
              <a:rPr lang="pt-BR" sz="2500" dirty="0"/>
              <a:t>) reutilizáveis (=</a:t>
            </a:r>
            <a:r>
              <a:rPr lang="pt-BR" sz="2500" dirty="0" err="1"/>
              <a:t>widgets</a:t>
            </a:r>
            <a:r>
              <a:rPr lang="pt-BR" sz="2500" dirty="0"/>
              <a:t>), funções utilitárias, pacotes e outros. </a:t>
            </a:r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432468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O que é </a:t>
            </a:r>
            <a:r>
              <a:rPr lang="pt-BR" sz="5400" dirty="0" err="1"/>
              <a:t>Dart</a:t>
            </a:r>
            <a:r>
              <a:rPr lang="pt-BR" sz="5400" dirty="0"/>
              <a:t>?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Linguagem de desenvolvimento criada pelo Google.</a:t>
            </a:r>
          </a:p>
          <a:p>
            <a:r>
              <a:rPr lang="pt-BR" sz="2500" dirty="0"/>
              <a:t>Cross-</a:t>
            </a:r>
            <a:r>
              <a:rPr lang="pt-BR" sz="2500" dirty="0" err="1"/>
              <a:t>platform</a:t>
            </a:r>
            <a:r>
              <a:rPr lang="pt-BR" sz="2500" dirty="0"/>
              <a:t> (mobile, web e desktop) .</a:t>
            </a:r>
          </a:p>
          <a:p>
            <a:r>
              <a:rPr lang="pt-BR" sz="2500" dirty="0"/>
              <a:t>Focada em front-end.</a:t>
            </a:r>
          </a:p>
          <a:p>
            <a:r>
              <a:rPr lang="pt-BR" sz="2500" dirty="0"/>
              <a:t>Desenvolvimento de interfaces de usuário (UI)</a:t>
            </a:r>
          </a:p>
          <a:p>
            <a:r>
              <a:rPr lang="pt-BR" sz="2500" dirty="0"/>
              <a:t>Orientada a Objetos &amp; </a:t>
            </a:r>
            <a:r>
              <a:rPr lang="pt-BR" sz="2500" dirty="0" err="1"/>
              <a:t>Tipagem</a:t>
            </a:r>
            <a:r>
              <a:rPr lang="pt-BR" sz="2500" dirty="0"/>
              <a:t> Forte.</a:t>
            </a:r>
          </a:p>
          <a:p>
            <a:r>
              <a:rPr lang="pt-BR" sz="2500" dirty="0"/>
              <a:t>Sintaxe é misturada de Java, </a:t>
            </a:r>
            <a:r>
              <a:rPr lang="pt-BR" sz="2500" dirty="0" err="1"/>
              <a:t>JavaScript</a:t>
            </a:r>
            <a:r>
              <a:rPr lang="pt-BR" sz="2500" dirty="0"/>
              <a:t> e C#.</a:t>
            </a:r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045725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/>
              <a:t>Flutter</a:t>
            </a:r>
            <a:r>
              <a:rPr lang="pt-BR" sz="5400" dirty="0"/>
              <a:t> </a:t>
            </a:r>
            <a:r>
              <a:rPr lang="pt-BR" sz="5400" dirty="0" err="1"/>
              <a:t>vs</a:t>
            </a:r>
            <a:r>
              <a:rPr lang="pt-BR" sz="5400" dirty="0"/>
              <a:t> </a:t>
            </a:r>
            <a:r>
              <a:rPr lang="pt-BR" sz="5400" dirty="0" err="1"/>
              <a:t>Dart</a:t>
            </a:r>
            <a:r>
              <a:rPr lang="pt-BR" sz="5400" dirty="0"/>
              <a:t>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" y="2454193"/>
            <a:ext cx="9144000" cy="411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87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Conceitos do </a:t>
            </a:r>
            <a:r>
              <a:rPr lang="pt-BR" sz="5400" dirty="0" err="1"/>
              <a:t>Flutter</a:t>
            </a:r>
            <a:r>
              <a:rPr lang="pt-BR" sz="5400" dirty="0"/>
              <a:t>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UI em Código: Construir uma Árvore de </a:t>
            </a:r>
            <a:r>
              <a:rPr lang="pt-BR" sz="2500" dirty="0" err="1"/>
              <a:t>Widget</a:t>
            </a:r>
            <a:r>
              <a:rPr lang="pt-BR" sz="2500" dirty="0"/>
              <a:t>.</a:t>
            </a:r>
          </a:p>
          <a:p>
            <a:r>
              <a:rPr lang="pt-BR" sz="2500" dirty="0"/>
              <a:t>Suporta as diferenças entre plataformas: Deixa colocar partes específicas de código nativo de alguma plataforma.</a:t>
            </a:r>
          </a:p>
          <a:p>
            <a:r>
              <a:rPr lang="pt-BR" sz="2500" dirty="0"/>
              <a:t>Única base de código.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155951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Tudo é </a:t>
            </a:r>
            <a:r>
              <a:rPr lang="pt-BR" sz="5400" dirty="0" err="1"/>
              <a:t>Widget</a:t>
            </a:r>
            <a:r>
              <a:rPr lang="pt-BR" sz="5400" dirty="0"/>
              <a:t>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Componentes visuais.</a:t>
            </a:r>
          </a:p>
          <a:p>
            <a:r>
              <a:rPr lang="pt-BR" sz="2500" dirty="0"/>
              <a:t>Desde o momento que “</a:t>
            </a:r>
            <a:r>
              <a:rPr lang="pt-BR" sz="2500" dirty="0" err="1"/>
              <a:t>starta</a:t>
            </a:r>
            <a:r>
              <a:rPr lang="pt-BR" sz="2500" dirty="0"/>
              <a:t>” a aplicação, tudo é widget.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17018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Tudo é </a:t>
            </a:r>
            <a:r>
              <a:rPr lang="pt-BR" sz="5400" dirty="0" err="1"/>
              <a:t>Widget</a:t>
            </a:r>
            <a:r>
              <a:rPr lang="pt-BR" sz="5400" dirty="0"/>
              <a:t>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Componentes visuais.</a:t>
            </a:r>
          </a:p>
          <a:p>
            <a:r>
              <a:rPr lang="pt-BR" sz="2500" dirty="0"/>
              <a:t>Desde o momento que </a:t>
            </a:r>
            <a:r>
              <a:rPr lang="pt-BR" sz="2500" dirty="0" err="1"/>
              <a:t>starta</a:t>
            </a:r>
            <a:r>
              <a:rPr lang="pt-BR" sz="2500" dirty="0"/>
              <a:t> a aplicação, tudo é </a:t>
            </a:r>
            <a:r>
              <a:rPr lang="pt-BR" sz="2500" dirty="0" err="1"/>
              <a:t>widget</a:t>
            </a:r>
            <a:r>
              <a:rPr lang="pt-BR" sz="2500" dirty="0"/>
              <a:t>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970" y="758230"/>
            <a:ext cx="9149442" cy="501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3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UI da APP é uma </a:t>
            </a:r>
            <a:r>
              <a:rPr lang="pt-BR" sz="5400" b="1" dirty="0"/>
              <a:t>Árvore de </a:t>
            </a:r>
            <a:r>
              <a:rPr lang="pt-BR" sz="5400" b="1" dirty="0" err="1"/>
              <a:t>Widgets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Componentes visuais.</a:t>
            </a:r>
          </a:p>
          <a:p>
            <a:r>
              <a:rPr lang="pt-BR" sz="2500" dirty="0"/>
              <a:t>Desde o momento que </a:t>
            </a:r>
            <a:r>
              <a:rPr lang="pt-BR" sz="2500" dirty="0" err="1"/>
              <a:t>starta</a:t>
            </a:r>
            <a:r>
              <a:rPr lang="pt-BR" sz="2500" dirty="0"/>
              <a:t> a aplicação, tudo é </a:t>
            </a:r>
            <a:r>
              <a:rPr lang="pt-BR" sz="2500" dirty="0" err="1"/>
              <a:t>widget</a:t>
            </a:r>
            <a:r>
              <a:rPr lang="pt-BR" sz="2500" dirty="0"/>
              <a:t>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37391"/>
            <a:ext cx="9182717" cy="358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67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UI em Código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Componentes visuais.</a:t>
            </a:r>
          </a:p>
          <a:p>
            <a:r>
              <a:rPr lang="pt-BR" sz="2500" dirty="0"/>
              <a:t>Desde o momento que </a:t>
            </a:r>
            <a:r>
              <a:rPr lang="pt-BR" sz="2500" dirty="0" err="1"/>
              <a:t>starta</a:t>
            </a:r>
            <a:r>
              <a:rPr lang="pt-BR" sz="2500" dirty="0"/>
              <a:t> a aplicação, tudo é </a:t>
            </a:r>
            <a:r>
              <a:rPr lang="pt-BR" sz="2500" dirty="0" err="1"/>
              <a:t>widget</a:t>
            </a:r>
            <a:r>
              <a:rPr lang="pt-BR" sz="2500" dirty="0"/>
              <a:t>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" y="2438095"/>
            <a:ext cx="9127746" cy="409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48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Única Base de Código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Componentes visuais.</a:t>
            </a:r>
          </a:p>
          <a:p>
            <a:r>
              <a:rPr lang="pt-BR" sz="2500" dirty="0"/>
              <a:t>Desde o momento que </a:t>
            </a:r>
            <a:r>
              <a:rPr lang="pt-BR" sz="2500" dirty="0" err="1"/>
              <a:t>starta</a:t>
            </a:r>
            <a:r>
              <a:rPr lang="pt-BR" sz="2500" dirty="0"/>
              <a:t> a aplicação, tudo é </a:t>
            </a:r>
            <a:r>
              <a:rPr lang="pt-BR" sz="2500" dirty="0" err="1"/>
              <a:t>widget</a:t>
            </a:r>
            <a:r>
              <a:rPr lang="pt-BR" sz="2500" dirty="0"/>
              <a:t>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30" y="2156565"/>
            <a:ext cx="6539160" cy="46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30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Suporta Diferenças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No mesmo código é possível criar códigos nativos para IOS e </a:t>
            </a:r>
            <a:r>
              <a:rPr lang="pt-BR" sz="2500" dirty="0" err="1"/>
              <a:t>Android</a:t>
            </a:r>
            <a:r>
              <a:rPr lang="pt-BR" sz="2500" dirty="0"/>
              <a:t>.</a:t>
            </a:r>
          </a:p>
          <a:p>
            <a:r>
              <a:rPr lang="pt-BR" sz="2500" dirty="0"/>
              <a:t>Exemplo criar um botão filho e deixar ele com o “look” do IOS ou do </a:t>
            </a:r>
            <a:r>
              <a:rPr lang="pt-BR" sz="2500" dirty="0" err="1"/>
              <a:t>Android</a:t>
            </a:r>
            <a:r>
              <a:rPr lang="pt-BR" sz="2500" dirty="0"/>
              <a:t> de forma nativa. 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1" y="5373341"/>
            <a:ext cx="9086669" cy="12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23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/>
              <a:t>Flutter</a:t>
            </a:r>
            <a:r>
              <a:rPr lang="pt-BR" sz="5400" dirty="0"/>
              <a:t> para APP Nativa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Tudo começa com o </a:t>
            </a:r>
            <a:r>
              <a:rPr lang="pt-BR" sz="2500" b="1" dirty="0"/>
              <a:t>código </a:t>
            </a:r>
            <a:r>
              <a:rPr lang="pt-BR" sz="2500" b="1" dirty="0" err="1"/>
              <a:t>Dart</a:t>
            </a:r>
            <a:r>
              <a:rPr lang="pt-BR" sz="2500" b="1" dirty="0"/>
              <a:t>.</a:t>
            </a:r>
          </a:p>
          <a:p>
            <a:r>
              <a:rPr lang="pt-BR" sz="2500" dirty="0"/>
              <a:t>Em tempo de execução.</a:t>
            </a:r>
          </a:p>
          <a:p>
            <a:r>
              <a:rPr lang="pt-BR" sz="2500" dirty="0"/>
              <a:t>Tudo é convertido para alguma plataforma IOS ou </a:t>
            </a:r>
            <a:r>
              <a:rPr lang="pt-BR" sz="2500" dirty="0" err="1"/>
              <a:t>Android</a:t>
            </a:r>
            <a:r>
              <a:rPr lang="pt-BR" sz="2500" dirty="0"/>
              <a:t>.</a:t>
            </a:r>
          </a:p>
          <a:p>
            <a:r>
              <a:rPr lang="pt-BR" sz="2500" dirty="0"/>
              <a:t>Incluindo as UI.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246913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/>
              <a:t>Flutter</a:t>
            </a:r>
            <a:r>
              <a:rPr lang="pt-BR" sz="5400" dirty="0"/>
              <a:t> para APP Nativa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0" y="2342626"/>
            <a:ext cx="7435875" cy="43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20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/>
              <a:t>Flutter</a:t>
            </a:r>
            <a:r>
              <a:rPr lang="pt-BR" sz="5400" dirty="0"/>
              <a:t> Não usa </a:t>
            </a:r>
            <a:r>
              <a:rPr lang="pt-BR" sz="5400" dirty="0" err="1"/>
              <a:t>Widgets</a:t>
            </a:r>
            <a:r>
              <a:rPr lang="pt-BR" sz="5400" dirty="0"/>
              <a:t> Nativos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lnSpcReduction="10000"/>
          </a:bodyPr>
          <a:lstStyle/>
          <a:p>
            <a:r>
              <a:rPr lang="pt-BR" sz="2500" dirty="0"/>
              <a:t>Diferente de outros, ele não usa nada nativo.</a:t>
            </a:r>
          </a:p>
          <a:p>
            <a:r>
              <a:rPr lang="pt-BR" sz="2500" dirty="0"/>
              <a:t>Não utiliza nenhuma solução nativa.</a:t>
            </a:r>
          </a:p>
          <a:p>
            <a:r>
              <a:rPr lang="pt-BR" sz="2500" dirty="0"/>
              <a:t>Ele cria tudo do zero (pixel a pixel) um novo botão, por exemplo.</a:t>
            </a:r>
          </a:p>
          <a:p>
            <a:r>
              <a:rPr lang="pt-BR" sz="2500" dirty="0"/>
              <a:t>Usa uma </a:t>
            </a:r>
            <a:r>
              <a:rPr lang="pt-BR" sz="2500" dirty="0" err="1"/>
              <a:t>engine</a:t>
            </a:r>
            <a:r>
              <a:rPr lang="pt-BR" sz="2500" dirty="0"/>
              <a:t> 2D de jogos para renderizar e criar um widget,</a:t>
            </a:r>
          </a:p>
          <a:p>
            <a:r>
              <a:rPr lang="pt-BR" sz="2500" dirty="0"/>
              <a:t>Traz flexibilidade. 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02066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/>
              <a:t>Flutter</a:t>
            </a:r>
            <a:r>
              <a:rPr lang="pt-BR" sz="5400" dirty="0"/>
              <a:t> Não usa </a:t>
            </a:r>
            <a:r>
              <a:rPr lang="pt-BR" sz="5400" dirty="0" err="1"/>
              <a:t>Widgets</a:t>
            </a:r>
            <a:r>
              <a:rPr lang="pt-BR" sz="5400" dirty="0"/>
              <a:t> Nativos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01" y="2664359"/>
            <a:ext cx="8337448" cy="399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72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Versões </a:t>
            </a:r>
            <a:r>
              <a:rPr lang="pt-BR" sz="5400" dirty="0" err="1"/>
              <a:t>Flutter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60" y="2692641"/>
            <a:ext cx="7252813" cy="387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841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O maldito Terminal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91" y="2239433"/>
            <a:ext cx="4385734" cy="219286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691" y="2342626"/>
            <a:ext cx="4419983" cy="176037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78" y="4505547"/>
            <a:ext cx="3043257" cy="227920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691" y="4114656"/>
            <a:ext cx="4441957" cy="267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581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O maldito Terminal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85000" lnSpcReduction="20000"/>
          </a:bodyPr>
          <a:lstStyle/>
          <a:p>
            <a:r>
              <a:rPr lang="pt-BR" sz="2400" dirty="0"/>
              <a:t>O terminal do seu sistema operacional, seja ele Windows, Linux ou Mac, é </a:t>
            </a:r>
            <a:r>
              <a:rPr lang="pt-BR" sz="2400" dirty="0" err="1"/>
              <a:t>super</a:t>
            </a:r>
            <a:r>
              <a:rPr lang="pt-BR" sz="2400" dirty="0"/>
              <a:t> importante. </a:t>
            </a:r>
          </a:p>
          <a:p>
            <a:r>
              <a:rPr lang="pt-BR" sz="2400" dirty="0"/>
              <a:t>É uma ferramenta importante de ser dominada e que será utilizada em qualquer ambiente de qualquer linguagem ou tecnologia.</a:t>
            </a:r>
          </a:p>
          <a:p>
            <a:r>
              <a:rPr lang="en-US" sz="2400" dirty="0"/>
              <a:t>Windows -&gt; </a:t>
            </a:r>
            <a:r>
              <a:rPr lang="en-US" sz="2400" dirty="0">
                <a:hlinkClick r:id="rId2"/>
              </a:rPr>
              <a:t>https://blog.formacao.dev/iniciando-com-o-terminal-do-windows/</a:t>
            </a:r>
            <a:endParaRPr lang="en-US" sz="2400" dirty="0"/>
          </a:p>
          <a:p>
            <a:r>
              <a:rPr lang="en-US" sz="2400" dirty="0"/>
              <a:t>Linux/Mac -&gt; </a:t>
            </a:r>
            <a:r>
              <a:rPr lang="en-US" sz="2400" dirty="0">
                <a:hlinkClick r:id="rId3"/>
              </a:rPr>
              <a:t>https://blog.formacao.dev/terminal-no-macos-linux/</a:t>
            </a:r>
            <a:endParaRPr lang="en-US" sz="2400" dirty="0"/>
          </a:p>
          <a:p>
            <a:r>
              <a:rPr lang="en-US" sz="2400" dirty="0" err="1"/>
              <a:t>Leitura</a:t>
            </a:r>
            <a:r>
              <a:rPr lang="en-US" sz="2400" dirty="0"/>
              <a:t> </a:t>
            </a:r>
            <a:r>
              <a:rPr lang="en-US" sz="2400" dirty="0" err="1"/>
              <a:t>obrigatória</a:t>
            </a:r>
            <a:r>
              <a:rPr lang="en-US" sz="2400" dirty="0"/>
              <a:t>.</a:t>
            </a:r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0628397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1544</TotalTime>
  <Words>512</Words>
  <Application>Microsoft Office PowerPoint</Application>
  <PresentationFormat>Apresentação na tela (4:3)</PresentationFormat>
  <Paragraphs>76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do Office</vt:lpstr>
      <vt:lpstr>TECNOLOGIAS MÓVEIS E HÍBRIDAS</vt:lpstr>
      <vt:lpstr>Flutter</vt:lpstr>
      <vt:lpstr>O que é Flutter? </vt:lpstr>
      <vt:lpstr>O que é Flutter? </vt:lpstr>
      <vt:lpstr>O que é Dart? </vt:lpstr>
      <vt:lpstr>Flutter vs Dart </vt:lpstr>
      <vt:lpstr>Conceitos do Flutter </vt:lpstr>
      <vt:lpstr>Tudo é Widget </vt:lpstr>
      <vt:lpstr>Tudo é Widget </vt:lpstr>
      <vt:lpstr>UI da APP é uma Árvore de Widgets</vt:lpstr>
      <vt:lpstr>UI em Código</vt:lpstr>
      <vt:lpstr>Única Base de Código</vt:lpstr>
      <vt:lpstr>Suporta Diferenças</vt:lpstr>
      <vt:lpstr>Flutter para APP Nativa</vt:lpstr>
      <vt:lpstr>Flutter para APP Nativa</vt:lpstr>
      <vt:lpstr>Flutter Não usa Widgets Nativos</vt:lpstr>
      <vt:lpstr>Flutter Não usa Widgets Nativos</vt:lpstr>
      <vt:lpstr>Versões Flutter</vt:lpstr>
      <vt:lpstr>O maldito Terminal</vt:lpstr>
      <vt:lpstr>O maldito Terminal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51</cp:revision>
  <dcterms:created xsi:type="dcterms:W3CDTF">2023-01-24T23:29:32Z</dcterms:created>
  <dcterms:modified xsi:type="dcterms:W3CDTF">2025-03-10T19:57:24Z</dcterms:modified>
</cp:coreProperties>
</file>