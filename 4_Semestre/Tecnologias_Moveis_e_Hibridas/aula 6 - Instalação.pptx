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53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2F273-A682-4299-B54E-3110724DB156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9A0D1-959C-46B2-8858-9A88DC7D9D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23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F9A0D1-959C-46B2-8858-9A88DC7D9DF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228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61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46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96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2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553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38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2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83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6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87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8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13/08/2024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9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chocolatey.org/instal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ocs.flutter.dev/get-started/instal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19D32F93-50AC-4C46-A5DB-291C60DDB7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7" y="919321"/>
            <a:ext cx="2652916" cy="1551956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="" xmlns:a16="http://schemas.microsoft.com/office/drawing/2014/main" id="{827DC2C4-B485-428A-BF4A-472D2967F4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E04B5EB-F158-4507-90DD-BD23620C7C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66977" y="3194465"/>
            <a:ext cx="6691254" cy="1320997"/>
          </a:xfrm>
        </p:spPr>
        <p:txBody>
          <a:bodyPr anchor="b">
            <a:normAutofit/>
          </a:bodyPr>
          <a:lstStyle/>
          <a:p>
            <a:pPr algn="l"/>
            <a:r>
              <a:rPr lang="pt-BR" sz="2800" dirty="0" smtClean="0"/>
              <a:t>TECNOLOGIAS MÓVEIS E HÍBRIDAS</a:t>
            </a:r>
            <a:endParaRPr lang="pt-BR" sz="2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6977" y="5142305"/>
            <a:ext cx="5490973" cy="753165"/>
          </a:xfrm>
        </p:spPr>
        <p:txBody>
          <a:bodyPr anchor="t">
            <a:normAutofit/>
          </a:bodyPr>
          <a:lstStyle/>
          <a:p>
            <a:pPr algn="l"/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966977" y="2353635"/>
            <a:ext cx="6691254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 smtClean="0"/>
              <a:t>TECNOLOGIA EM ANÁLISE E DESENVOLVIMENTO DE SISTEMAS</a:t>
            </a:r>
            <a:endParaRPr lang="pt-BR" sz="3900" dirty="0"/>
          </a:p>
        </p:txBody>
      </p:sp>
    </p:spTree>
    <p:extLst>
      <p:ext uri="{BB962C8B-B14F-4D97-AF65-F5344CB8AC3E}">
        <p14:creationId xmlns:p14="http://schemas.microsoft.com/office/powerpoint/2010/main" val="150932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Dicas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 smtClean="0"/>
              <a:t>Utilize Windows &gt;10.</a:t>
            </a:r>
          </a:p>
          <a:p>
            <a:r>
              <a:rPr lang="pt-BR" sz="2500" dirty="0" smtClean="0"/>
              <a:t>Não utilize o OneDrive para deixar seu código, utilize o </a:t>
            </a:r>
            <a:r>
              <a:rPr lang="pt-BR" sz="2500" dirty="0" err="1" smtClean="0"/>
              <a:t>Git</a:t>
            </a:r>
            <a:r>
              <a:rPr lang="pt-BR" sz="2500" dirty="0" smtClean="0"/>
              <a:t>.</a:t>
            </a:r>
          </a:p>
          <a:p>
            <a:r>
              <a:rPr lang="pt-BR" sz="2500" dirty="0" smtClean="0"/>
              <a:t>Não salve seus arquivos em pastas com espaço em branco e acentuação.</a:t>
            </a:r>
          </a:p>
          <a:p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124378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Git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 smtClean="0"/>
              <a:t>Baixe o </a:t>
            </a:r>
            <a:r>
              <a:rPr lang="pt-BR" sz="2500" dirty="0" err="1" smtClean="0"/>
              <a:t>Git</a:t>
            </a:r>
            <a:r>
              <a:rPr lang="pt-BR" sz="2500" dirty="0" smtClean="0"/>
              <a:t>: </a:t>
            </a:r>
            <a:r>
              <a:rPr lang="pt-BR" sz="2500" dirty="0">
                <a:hlinkClick r:id="rId2"/>
              </a:rPr>
              <a:t>https://</a:t>
            </a:r>
            <a:r>
              <a:rPr lang="pt-BR" sz="2500" dirty="0" smtClean="0">
                <a:hlinkClick r:id="rId2"/>
              </a:rPr>
              <a:t>git-scm.com/downloads</a:t>
            </a:r>
            <a:endParaRPr lang="pt-BR" sz="2500" dirty="0" smtClean="0"/>
          </a:p>
          <a:p>
            <a:r>
              <a:rPr lang="pt-BR" sz="2500" dirty="0" smtClean="0"/>
              <a:t>Instale ele</a:t>
            </a:r>
          </a:p>
          <a:p>
            <a:r>
              <a:rPr lang="pt-BR" sz="2500" dirty="0" smtClean="0"/>
              <a:t>Next&gt;...&gt;Next&gt;</a:t>
            </a:r>
            <a:r>
              <a:rPr lang="pt-BR" sz="2500" dirty="0" err="1" smtClean="0"/>
              <a:t>Install</a:t>
            </a:r>
            <a:r>
              <a:rPr lang="pt-BR" sz="2500" dirty="0" smtClean="0"/>
              <a:t>&gt;</a:t>
            </a:r>
            <a:r>
              <a:rPr lang="pt-BR" sz="2500" dirty="0" err="1" smtClean="0"/>
              <a:t>Done</a:t>
            </a:r>
            <a:r>
              <a:rPr lang="pt-BR" sz="2500" dirty="0" smtClean="0"/>
              <a:t>!</a:t>
            </a:r>
            <a:endParaRPr lang="pt-BR" sz="2500" dirty="0" smtClean="0"/>
          </a:p>
          <a:p>
            <a:r>
              <a:rPr lang="pt-BR" sz="2500" dirty="0" smtClean="0"/>
              <a:t>Para verificar se deu certo abra o </a:t>
            </a:r>
            <a:r>
              <a:rPr lang="pt-BR" sz="2500" dirty="0" err="1" smtClean="0"/>
              <a:t>cmd</a:t>
            </a:r>
            <a:r>
              <a:rPr lang="pt-BR" sz="2500" dirty="0" smtClean="0"/>
              <a:t> e digite:</a:t>
            </a:r>
          </a:p>
          <a:p>
            <a:r>
              <a:rPr lang="pt-BR" sz="2500" dirty="0" err="1" smtClean="0"/>
              <a:t>git</a:t>
            </a:r>
            <a:r>
              <a:rPr lang="pt-BR" sz="2500" dirty="0" smtClean="0"/>
              <a:t> --</a:t>
            </a:r>
            <a:r>
              <a:rPr lang="pt-BR" sz="2500" dirty="0" err="1" smtClean="0"/>
              <a:t>version</a:t>
            </a:r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00" y="5436371"/>
            <a:ext cx="3598110" cy="117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60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884" y="2397452"/>
            <a:ext cx="2446232" cy="2324301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078" y="1747471"/>
            <a:ext cx="3391194" cy="240050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84" y="5287169"/>
            <a:ext cx="2118544" cy="83827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1368" y="3785899"/>
            <a:ext cx="2789162" cy="300254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Git</a:t>
            </a:r>
            <a:r>
              <a:rPr lang="pt-BR" sz="5400" dirty="0" smtClean="0"/>
              <a:t> – variável de ambiente</a:t>
            </a:r>
            <a:endParaRPr lang="pt-BR" sz="5400" dirty="0"/>
          </a:p>
        </p:txBody>
      </p:sp>
      <p:cxnSp>
        <p:nvCxnSpPr>
          <p:cNvPr id="15" name="Conector de seta reta 14"/>
          <p:cNvCxnSpPr/>
          <p:nvPr/>
        </p:nvCxnSpPr>
        <p:spPr>
          <a:xfrm flipV="1">
            <a:off x="3181611" y="3231715"/>
            <a:ext cx="951978" cy="7891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 flipH="1">
            <a:off x="2570721" y="4107783"/>
            <a:ext cx="1626357" cy="159852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 flipV="1">
            <a:off x="2953906" y="5880051"/>
            <a:ext cx="2761980" cy="3582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77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Git</a:t>
            </a:r>
            <a:r>
              <a:rPr lang="pt-BR" sz="5400" dirty="0" smtClean="0"/>
              <a:t> – variável de ambiente</a:t>
            </a:r>
            <a:endParaRPr lang="pt-BR" sz="54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2360425"/>
            <a:ext cx="4107536" cy="4298052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753" y="1704814"/>
            <a:ext cx="4674059" cy="514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5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Git</a:t>
            </a:r>
            <a:r>
              <a:rPr lang="pt-BR" sz="5400" dirty="0" smtClean="0"/>
              <a:t> – variável de ambiente</a:t>
            </a:r>
            <a:endParaRPr lang="pt-BR" sz="54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53" y="1801934"/>
            <a:ext cx="4587638" cy="505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7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VS </a:t>
            </a:r>
            <a:r>
              <a:rPr lang="pt-BR" sz="5400" dirty="0" err="1" smtClean="0"/>
              <a:t>Code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 smtClean="0"/>
              <a:t>Baixe o VS </a:t>
            </a:r>
            <a:r>
              <a:rPr lang="pt-BR" sz="2500" dirty="0" err="1" smtClean="0"/>
              <a:t>Code</a:t>
            </a:r>
            <a:r>
              <a:rPr lang="pt-BR" sz="2500" dirty="0"/>
              <a:t>: </a:t>
            </a:r>
            <a:r>
              <a:rPr lang="pt-BR" sz="2500" dirty="0">
                <a:hlinkClick r:id="rId2"/>
              </a:rPr>
              <a:t>https://</a:t>
            </a:r>
            <a:r>
              <a:rPr lang="pt-BR" sz="2500" dirty="0" smtClean="0">
                <a:hlinkClick r:id="rId2"/>
              </a:rPr>
              <a:t>code.visualstudio.com/download</a:t>
            </a:r>
            <a:endParaRPr lang="pt-BR" sz="2500" dirty="0" smtClean="0"/>
          </a:p>
          <a:p>
            <a:r>
              <a:rPr lang="pt-BR" sz="2500" dirty="0" smtClean="0"/>
              <a:t>Instale ele </a:t>
            </a:r>
            <a:endParaRPr lang="pt-BR" sz="2500" dirty="0" smtClean="0"/>
          </a:p>
          <a:p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340045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VS </a:t>
            </a:r>
            <a:r>
              <a:rPr lang="pt-BR" sz="5400" dirty="0" err="1" smtClean="0"/>
              <a:t>Code</a:t>
            </a:r>
            <a:r>
              <a:rPr lang="pt-BR" sz="5400" dirty="0" smtClean="0"/>
              <a:t> – Extensões 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410547"/>
            <a:ext cx="4133589" cy="444388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577" y="2410547"/>
            <a:ext cx="4862133" cy="444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38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Chocolatey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85000" lnSpcReduction="10000"/>
          </a:bodyPr>
          <a:lstStyle/>
          <a:p>
            <a:r>
              <a:rPr lang="pt-BR" sz="2400" dirty="0"/>
              <a:t>Poderoso gerenciador de pacotes para o sistema operacional Windows, o </a:t>
            </a:r>
            <a:r>
              <a:rPr lang="pt-BR" sz="2400" dirty="0" err="1"/>
              <a:t>Chocolatey</a:t>
            </a:r>
            <a:r>
              <a:rPr lang="pt-BR" sz="2400" dirty="0"/>
              <a:t> foi lançado em meados de 2011 projetado para ser uma estrutura que fornece suporte a desenvolvedores, a fim de instalar mais rapidamente aplicativos e ferramentas, semelhantes a gerenciadores do </a:t>
            </a:r>
            <a:r>
              <a:rPr lang="pt-BR" sz="2400" dirty="0" err="1"/>
              <a:t>linux</a:t>
            </a:r>
            <a:r>
              <a:rPr lang="pt-BR" sz="2400" dirty="0"/>
              <a:t>, como o </a:t>
            </a:r>
            <a:r>
              <a:rPr lang="pt-BR" sz="2400" dirty="0" err="1"/>
              <a:t>apt</a:t>
            </a:r>
            <a:r>
              <a:rPr lang="pt-BR" sz="2400" dirty="0"/>
              <a:t>, por exemplo</a:t>
            </a:r>
            <a:r>
              <a:rPr lang="pt-BR" sz="2400" dirty="0" smtClean="0"/>
              <a:t>.</a:t>
            </a:r>
          </a:p>
          <a:p>
            <a:r>
              <a:rPr lang="pt-BR" sz="2400" b="1" dirty="0"/>
              <a:t>Afinal, o que é um gerenciador de pacotes?</a:t>
            </a:r>
          </a:p>
          <a:p>
            <a:r>
              <a:rPr lang="pt-BR" sz="2400" dirty="0"/>
              <a:t>Um gerenciador de pacotes é uma ferramenta utilizada para prover a instalação, remoção e atualização de programas. Neste caso, o </a:t>
            </a:r>
            <a:r>
              <a:rPr lang="pt-BR" sz="2400" dirty="0" err="1"/>
              <a:t>Chocolatey</a:t>
            </a:r>
            <a:r>
              <a:rPr lang="pt-BR" sz="2400" dirty="0"/>
              <a:t> serve como esta ferramenta para gerenciar pacotes no sistema operacional Windows.</a:t>
            </a:r>
          </a:p>
          <a:p>
            <a:pPr marL="0" indent="0">
              <a:buNone/>
            </a:pPr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130693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Chocolatey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400" dirty="0"/>
              <a:t>Acesse: </a:t>
            </a:r>
            <a:r>
              <a:rPr lang="pt-BR" sz="2400" dirty="0">
                <a:hlinkClick r:id="rId2"/>
              </a:rPr>
              <a:t>https://</a:t>
            </a:r>
            <a:r>
              <a:rPr lang="pt-BR" sz="2400" dirty="0" smtClean="0">
                <a:hlinkClick r:id="rId2"/>
              </a:rPr>
              <a:t>chocolatey.org/install</a:t>
            </a:r>
            <a:endParaRPr lang="pt-BR" sz="2400" dirty="0" smtClean="0"/>
          </a:p>
          <a:p>
            <a:r>
              <a:rPr lang="pt-BR" sz="2400" dirty="0" smtClean="0"/>
              <a:t>Execute o comando :</a:t>
            </a:r>
            <a:endParaRPr lang="pt-BR" sz="2400" dirty="0"/>
          </a:p>
          <a:p>
            <a:pPr marL="0" indent="0">
              <a:buNone/>
            </a:pPr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680" y="3958210"/>
            <a:ext cx="5303980" cy="154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3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Chocolatey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400" dirty="0" smtClean="0"/>
              <a:t>Se o executor de scripts do Windows estiver desabilitado não vai dar certo para isso:</a:t>
            </a:r>
            <a:endParaRPr lang="pt-BR" sz="2400" dirty="0"/>
          </a:p>
          <a:p>
            <a:pPr marL="0" indent="0">
              <a:buNone/>
            </a:pPr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630" y="4126981"/>
            <a:ext cx="6271803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Chocolatey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lnSpcReduction="10000"/>
          </a:bodyPr>
          <a:lstStyle/>
          <a:p>
            <a:r>
              <a:rPr lang="pt-BR" sz="2400" dirty="0" smtClean="0"/>
              <a:t>Execute o comando:</a:t>
            </a:r>
          </a:p>
          <a:p>
            <a:r>
              <a:rPr lang="pt-BR" sz="2400" dirty="0"/>
              <a:t>Set-</a:t>
            </a:r>
            <a:r>
              <a:rPr lang="pt-BR" sz="2400" dirty="0" err="1"/>
              <a:t>ExecutionPolicy</a:t>
            </a:r>
            <a:r>
              <a:rPr lang="pt-BR" sz="2400" dirty="0"/>
              <a:t> </a:t>
            </a:r>
            <a:r>
              <a:rPr lang="pt-BR" sz="2400" dirty="0" err="1" smtClean="0"/>
              <a:t>unrestricted</a:t>
            </a:r>
            <a:endParaRPr lang="pt-BR" sz="2400" dirty="0" smtClean="0"/>
          </a:p>
          <a:p>
            <a:r>
              <a:rPr lang="pt-BR" sz="2400" dirty="0" smtClean="0"/>
              <a:t>Ele solicitará a permissão, aperte “s” e </a:t>
            </a:r>
            <a:r>
              <a:rPr lang="pt-BR" sz="2400" dirty="0" err="1" smtClean="0"/>
              <a:t>enter</a:t>
            </a:r>
            <a:endParaRPr lang="pt-BR" sz="2400" dirty="0" smtClean="0"/>
          </a:p>
          <a:p>
            <a:r>
              <a:rPr lang="pt-BR" sz="2400" dirty="0" smtClean="0"/>
              <a:t>Reinicie o </a:t>
            </a:r>
            <a:r>
              <a:rPr lang="pt-BR" sz="2400" dirty="0" err="1" smtClean="0"/>
              <a:t>PowerShell</a:t>
            </a:r>
            <a:r>
              <a:rPr lang="pt-BR" sz="2400" dirty="0"/>
              <a:t> </a:t>
            </a:r>
            <a:r>
              <a:rPr lang="pt-BR" sz="2400" dirty="0" smtClean="0"/>
              <a:t>abrindo ele como adm.</a:t>
            </a:r>
          </a:p>
          <a:p>
            <a:r>
              <a:rPr lang="pt-BR" sz="2400" dirty="0" smtClean="0"/>
              <a:t>Copie e cole o comando do slide anterior.</a:t>
            </a:r>
          </a:p>
          <a:p>
            <a:r>
              <a:rPr lang="pt-BR" sz="2400" dirty="0" smtClean="0"/>
              <a:t>Após a instalação teste o </a:t>
            </a:r>
            <a:r>
              <a:rPr lang="pt-BR" sz="2400" dirty="0" err="1" smtClean="0"/>
              <a:t>Chocolatey</a:t>
            </a:r>
            <a:r>
              <a:rPr lang="pt-BR" sz="2400" dirty="0" smtClean="0"/>
              <a:t> com </a:t>
            </a:r>
            <a:r>
              <a:rPr lang="pt-BR" sz="2400" dirty="0"/>
              <a:t>o comando: choco -? </a:t>
            </a:r>
          </a:p>
          <a:p>
            <a:pPr marL="0" indent="0">
              <a:buNone/>
            </a:pPr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133781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smtClean="0"/>
              <a:t>Java 11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400" dirty="0" smtClean="0"/>
              <a:t>Instale o Java 11.</a:t>
            </a:r>
          </a:p>
          <a:p>
            <a:r>
              <a:rPr lang="pt-BR" sz="2400" dirty="0" smtClean="0"/>
              <a:t>Alguns componentes estão incompatíveis com as versões mais nova.</a:t>
            </a:r>
          </a:p>
          <a:p>
            <a:r>
              <a:rPr lang="pt-BR" sz="2400" dirty="0" smtClean="0"/>
              <a:t>Após a instalação teste o </a:t>
            </a:r>
            <a:r>
              <a:rPr lang="pt-BR" sz="2400" dirty="0" err="1" smtClean="0"/>
              <a:t>java</a:t>
            </a:r>
            <a:r>
              <a:rPr lang="pt-BR" sz="2400" dirty="0" smtClean="0"/>
              <a:t> abrindo o </a:t>
            </a:r>
            <a:r>
              <a:rPr lang="pt-BR" sz="2400" dirty="0" err="1" smtClean="0"/>
              <a:t>cmd</a:t>
            </a:r>
            <a:r>
              <a:rPr lang="pt-BR" sz="2400" dirty="0" smtClean="0"/>
              <a:t> e digitando: </a:t>
            </a:r>
            <a:r>
              <a:rPr lang="pt-BR" sz="2400" dirty="0" err="1" smtClean="0"/>
              <a:t>java</a:t>
            </a:r>
            <a:r>
              <a:rPr lang="pt-BR" sz="2400" dirty="0" smtClean="0"/>
              <a:t> –</a:t>
            </a:r>
            <a:r>
              <a:rPr lang="pt-BR" sz="2400" dirty="0" err="1" smtClean="0"/>
              <a:t>version</a:t>
            </a:r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363758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Android</a:t>
            </a:r>
            <a:r>
              <a:rPr lang="pt-BR" sz="5400" dirty="0" smtClean="0"/>
              <a:t> Studio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400" dirty="0"/>
              <a:t>Abra o site: </a:t>
            </a:r>
            <a:r>
              <a:rPr lang="pt-BR" sz="2400" dirty="0">
                <a:hlinkClick r:id="rId2"/>
              </a:rPr>
              <a:t>https://</a:t>
            </a:r>
            <a:r>
              <a:rPr lang="pt-BR" sz="2400" dirty="0" smtClean="0">
                <a:hlinkClick r:id="rId2"/>
              </a:rPr>
              <a:t>developer.android.com/studio</a:t>
            </a:r>
            <a:endParaRPr lang="pt-BR" sz="2400" dirty="0" smtClean="0"/>
          </a:p>
          <a:p>
            <a:r>
              <a:rPr lang="pt-BR" sz="2400" dirty="0" smtClean="0"/>
              <a:t>Clique em Download.</a:t>
            </a:r>
          </a:p>
          <a:p>
            <a:r>
              <a:rPr lang="pt-BR" sz="2400" dirty="0" smtClean="0"/>
              <a:t>Instale o AS.</a:t>
            </a:r>
          </a:p>
          <a:p>
            <a:r>
              <a:rPr lang="pt-BR" sz="2400" dirty="0" smtClean="0"/>
              <a:t>OBS: Desabilite a primeira opção da instalação.</a:t>
            </a:r>
          </a:p>
          <a:p>
            <a:endParaRPr lang="pt-BR" sz="2400" dirty="0"/>
          </a:p>
          <a:p>
            <a:pPr marL="0" indent="0">
              <a:buNone/>
            </a:pPr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219148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Android</a:t>
            </a:r>
            <a:r>
              <a:rPr lang="pt-BR" sz="5400" dirty="0" smtClean="0"/>
              <a:t> Studio – </a:t>
            </a:r>
            <a:r>
              <a:rPr lang="pt-BR" sz="5400" dirty="0" err="1" smtClean="0"/>
              <a:t>Dart</a:t>
            </a:r>
            <a:r>
              <a:rPr lang="pt-BR" sz="5400" dirty="0" smtClean="0"/>
              <a:t> e </a:t>
            </a:r>
            <a:r>
              <a:rPr lang="pt-BR" sz="5400" dirty="0" err="1" smtClean="0"/>
              <a:t>Flutter</a:t>
            </a:r>
            <a:r>
              <a:rPr lang="pt-BR" sz="5400" dirty="0" smtClean="0"/>
              <a:t> 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400" dirty="0" smtClean="0"/>
              <a:t>No </a:t>
            </a:r>
            <a:r>
              <a:rPr lang="pt-BR" sz="2400" dirty="0" err="1" smtClean="0"/>
              <a:t>Android</a:t>
            </a:r>
            <a:r>
              <a:rPr lang="pt-BR" sz="2400" dirty="0" smtClean="0"/>
              <a:t> Studio, abra os </a:t>
            </a:r>
            <a:r>
              <a:rPr lang="pt-BR" sz="2400" dirty="0" err="1" smtClean="0"/>
              <a:t>Plugins</a:t>
            </a:r>
            <a:r>
              <a:rPr lang="pt-BR" sz="2400" dirty="0" smtClean="0"/>
              <a:t>:</a:t>
            </a:r>
          </a:p>
          <a:p>
            <a:r>
              <a:rPr lang="pt-BR" sz="2400" dirty="0" smtClean="0"/>
              <a:t>Baixe e Instale os plug-ins do </a:t>
            </a:r>
            <a:r>
              <a:rPr lang="pt-BR" sz="2400" dirty="0" err="1" smtClean="0"/>
              <a:t>Dart</a:t>
            </a:r>
            <a:r>
              <a:rPr lang="pt-BR" sz="2400" dirty="0" smtClean="0"/>
              <a:t> e </a:t>
            </a:r>
            <a:r>
              <a:rPr lang="pt-BR" sz="2400" dirty="0" err="1" smtClean="0"/>
              <a:t>Flutter</a:t>
            </a:r>
            <a:r>
              <a:rPr lang="pt-BR" sz="2400" dirty="0" smtClean="0"/>
              <a:t>, nesta ordem.</a:t>
            </a:r>
          </a:p>
          <a:p>
            <a:r>
              <a:rPr lang="pt-BR" sz="2400" dirty="0" smtClean="0"/>
              <a:t>Reinicie o </a:t>
            </a:r>
            <a:r>
              <a:rPr lang="pt-BR" sz="2400" dirty="0" err="1" smtClean="0"/>
              <a:t>Android</a:t>
            </a:r>
            <a:r>
              <a:rPr lang="pt-BR" sz="2400" dirty="0" smtClean="0"/>
              <a:t> Studio.</a:t>
            </a:r>
          </a:p>
          <a:p>
            <a:endParaRPr lang="pt-BR" sz="2400" dirty="0"/>
          </a:p>
          <a:p>
            <a:pPr marL="0" indent="0">
              <a:buNone/>
            </a:pPr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224955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Flutter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400" dirty="0"/>
              <a:t>Acesse o site: </a:t>
            </a:r>
            <a:r>
              <a:rPr lang="pt-BR" sz="2400" dirty="0">
                <a:hlinkClick r:id="rId2"/>
              </a:rPr>
              <a:t>https://</a:t>
            </a:r>
            <a:r>
              <a:rPr lang="pt-BR" sz="2400" dirty="0" smtClean="0">
                <a:hlinkClick r:id="rId2"/>
              </a:rPr>
              <a:t>docs.flutter.dev/get-started/install</a:t>
            </a:r>
            <a:endParaRPr lang="pt-BR" sz="2400" dirty="0" smtClean="0"/>
          </a:p>
          <a:p>
            <a:r>
              <a:rPr lang="pt-BR" sz="2400" dirty="0" smtClean="0"/>
              <a:t>Clique no S.O.</a:t>
            </a:r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566" y="3688913"/>
            <a:ext cx="4792039" cy="296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84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Flutter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92500" lnSpcReduction="10000"/>
          </a:bodyPr>
          <a:lstStyle/>
          <a:p>
            <a:r>
              <a:rPr lang="pt-BR" sz="2400" dirty="0" smtClean="0"/>
              <a:t>Descompacte o arquivo.</a:t>
            </a:r>
          </a:p>
          <a:p>
            <a:r>
              <a:rPr lang="pt-BR" sz="2400" dirty="0" smtClean="0"/>
              <a:t>Recorte ele para o C: (isso evita incompatibilidades).</a:t>
            </a:r>
          </a:p>
          <a:p>
            <a:r>
              <a:rPr lang="pt-BR" sz="2400" dirty="0" smtClean="0"/>
              <a:t>Abra a pasta e abra a bin e copie a URL.</a:t>
            </a:r>
          </a:p>
          <a:p>
            <a:r>
              <a:rPr lang="pt-BR" sz="2400" dirty="0" smtClean="0"/>
              <a:t>Abra as variáveis de sistema do Windows.</a:t>
            </a:r>
          </a:p>
          <a:p>
            <a:r>
              <a:rPr lang="pt-BR" sz="2400" dirty="0" smtClean="0"/>
              <a:t>Abra a path.</a:t>
            </a:r>
          </a:p>
          <a:p>
            <a:r>
              <a:rPr lang="pt-BR" sz="2400" dirty="0" smtClean="0"/>
              <a:t>Cole a URL do </a:t>
            </a:r>
            <a:r>
              <a:rPr lang="pt-BR" sz="2400" dirty="0" err="1" smtClean="0"/>
              <a:t>Flutter</a:t>
            </a:r>
            <a:r>
              <a:rPr lang="pt-BR" sz="2400" dirty="0" smtClean="0"/>
              <a:t>.</a:t>
            </a:r>
          </a:p>
          <a:p>
            <a:r>
              <a:rPr lang="pt-BR" sz="2400" dirty="0" smtClean="0"/>
              <a:t>Reinicie o PC.</a:t>
            </a:r>
          </a:p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118044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Flutter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400" dirty="0" smtClean="0"/>
              <a:t>Abra o CMD.</a:t>
            </a:r>
          </a:p>
          <a:p>
            <a:r>
              <a:rPr lang="pt-BR" sz="2400" dirty="0" smtClean="0"/>
              <a:t>Digite: </a:t>
            </a:r>
            <a:r>
              <a:rPr lang="pt-BR" sz="2400" dirty="0" err="1" smtClean="0"/>
              <a:t>flutter</a:t>
            </a:r>
            <a:r>
              <a:rPr lang="pt-BR" sz="2400" dirty="0" smtClean="0"/>
              <a:t> </a:t>
            </a:r>
            <a:r>
              <a:rPr lang="pt-BR" sz="2400" dirty="0" err="1" smtClean="0"/>
              <a:t>doctor</a:t>
            </a:r>
            <a:endParaRPr lang="pt-BR" sz="2400" dirty="0" smtClean="0"/>
          </a:p>
          <a:p>
            <a:r>
              <a:rPr lang="pt-BR" sz="2400" dirty="0" smtClean="0"/>
              <a:t>Verifique os erros.</a:t>
            </a:r>
          </a:p>
          <a:p>
            <a:r>
              <a:rPr lang="pt-BR" sz="2400" dirty="0" smtClean="0"/>
              <a:t>Se o erro for: Visual Studio – Ignore ele.</a:t>
            </a:r>
          </a:p>
          <a:p>
            <a:r>
              <a:rPr lang="pt-BR" sz="2400" dirty="0" err="1" smtClean="0"/>
              <a:t>Warning</a:t>
            </a:r>
            <a:r>
              <a:rPr lang="pt-BR" sz="2400" dirty="0" smtClean="0"/>
              <a:t> no </a:t>
            </a:r>
            <a:r>
              <a:rPr lang="pt-BR" sz="2400" dirty="0" err="1" smtClean="0"/>
              <a:t>cmdline</a:t>
            </a:r>
            <a:r>
              <a:rPr lang="pt-BR" sz="2400" dirty="0" smtClean="0"/>
              <a:t>-tools e </a:t>
            </a:r>
            <a:r>
              <a:rPr lang="pt-BR" sz="2400" dirty="0" err="1" smtClean="0"/>
              <a:t>Android</a:t>
            </a:r>
            <a:r>
              <a:rPr lang="pt-BR" sz="2400" dirty="0" smtClean="0"/>
              <a:t> </a:t>
            </a:r>
            <a:r>
              <a:rPr lang="pt-BR" sz="2400" dirty="0" err="1" smtClean="0"/>
              <a:t>licence</a:t>
            </a:r>
            <a:r>
              <a:rPr lang="pt-BR" sz="2400" dirty="0" smtClean="0"/>
              <a:t>: Feche o </a:t>
            </a:r>
            <a:r>
              <a:rPr lang="pt-BR" sz="2400" dirty="0" err="1" smtClean="0"/>
              <a:t>cmd</a:t>
            </a:r>
            <a:r>
              <a:rPr lang="pt-BR" sz="2400" dirty="0" smtClean="0"/>
              <a:t> e abra o </a:t>
            </a:r>
            <a:r>
              <a:rPr lang="pt-BR" sz="2400" dirty="0" err="1" smtClean="0"/>
              <a:t>Android</a:t>
            </a:r>
            <a:r>
              <a:rPr lang="pt-BR" sz="2400" dirty="0" smtClean="0"/>
              <a:t> Studio.</a:t>
            </a:r>
          </a:p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 smtClean="0"/>
          </a:p>
          <a:p>
            <a:endParaRPr lang="pt-BR" sz="2400" dirty="0"/>
          </a:p>
          <a:p>
            <a:pPr marL="0" indent="0">
              <a:buNone/>
            </a:pPr>
            <a:endParaRPr lang="pt-BR" sz="2500" dirty="0" smtClean="0"/>
          </a:p>
          <a:p>
            <a:endParaRPr lang="pt-BR" sz="1600" dirty="0" smtClean="0"/>
          </a:p>
          <a:p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146137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Flutter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400" dirty="0"/>
              <a:t>.</a:t>
            </a:r>
            <a:endParaRPr lang="pt-BR" sz="1600" dirty="0" smtClean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981" y="2178726"/>
            <a:ext cx="4374259" cy="43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9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Flutter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400" dirty="0" smtClean="0"/>
              <a:t>Abra o SDK Tools.</a:t>
            </a:r>
          </a:p>
          <a:p>
            <a:r>
              <a:rPr lang="pt-BR" sz="2400" dirty="0" smtClean="0"/>
              <a:t>Selecione os itens:</a:t>
            </a:r>
          </a:p>
          <a:p>
            <a:r>
              <a:rPr lang="pt-BR" sz="2400" dirty="0" err="1" smtClean="0"/>
              <a:t>Android</a:t>
            </a:r>
            <a:r>
              <a:rPr lang="pt-BR" sz="2400" dirty="0" smtClean="0"/>
              <a:t> SDK </a:t>
            </a:r>
            <a:r>
              <a:rPr lang="pt-BR" sz="2400" dirty="0" err="1" smtClean="0"/>
              <a:t>Command-line</a:t>
            </a:r>
            <a:r>
              <a:rPr lang="pt-BR" sz="2400" dirty="0" smtClean="0"/>
              <a:t> Tools</a:t>
            </a:r>
          </a:p>
          <a:p>
            <a:r>
              <a:rPr lang="pt-BR" sz="2400" dirty="0" err="1" smtClean="0"/>
              <a:t>Android</a:t>
            </a:r>
            <a:r>
              <a:rPr lang="pt-BR" sz="2400" dirty="0" smtClean="0"/>
              <a:t> </a:t>
            </a:r>
            <a:r>
              <a:rPr lang="pt-BR" sz="2400" dirty="0" err="1" smtClean="0"/>
              <a:t>emulator</a:t>
            </a:r>
            <a:endParaRPr lang="pt-BR" sz="2400" dirty="0" smtClean="0"/>
          </a:p>
          <a:p>
            <a:r>
              <a:rPr lang="pt-BR" sz="2400" dirty="0" err="1" smtClean="0"/>
              <a:t>Android</a:t>
            </a:r>
            <a:r>
              <a:rPr lang="pt-BR" sz="2400" dirty="0" smtClean="0"/>
              <a:t> SDK </a:t>
            </a:r>
            <a:r>
              <a:rPr lang="pt-BR" sz="2400" dirty="0" err="1" smtClean="0"/>
              <a:t>Plataform</a:t>
            </a:r>
            <a:r>
              <a:rPr lang="pt-BR" sz="2400" dirty="0" smtClean="0"/>
              <a:t> Tools.</a:t>
            </a:r>
          </a:p>
          <a:p>
            <a:r>
              <a:rPr lang="pt-BR" sz="2400" dirty="0" smtClean="0"/>
              <a:t>Após isso clique em Aplicar (“</a:t>
            </a:r>
            <a:r>
              <a:rPr lang="pt-BR" sz="2400" dirty="0" err="1" smtClean="0"/>
              <a:t>Apply</a:t>
            </a:r>
            <a:r>
              <a:rPr lang="pt-BR" sz="2400" dirty="0" smtClean="0"/>
              <a:t>”) &gt; OK.</a:t>
            </a:r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287489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="" xmlns:a16="http://schemas.microsoft.com/office/drawing/2014/main" id="{081EA652-8C6A-4E69-BEB9-1708094745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="" xmlns:a16="http://schemas.microsoft.com/office/drawing/2014/main" id="{5298780A-33B9-4EA2-8F67-DE68AD62841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488E8B-4E1E-4402-8935-D4E6C02615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 err="1" smtClean="0"/>
              <a:t>Flutter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400" dirty="0" smtClean="0"/>
              <a:t>Abra o </a:t>
            </a:r>
            <a:r>
              <a:rPr lang="pt-BR" sz="2400" dirty="0" err="1" smtClean="0"/>
              <a:t>cmd</a:t>
            </a:r>
            <a:r>
              <a:rPr lang="pt-BR" sz="2400" dirty="0" smtClean="0"/>
              <a:t> e digite </a:t>
            </a:r>
            <a:r>
              <a:rPr lang="pt-BR" sz="2400" dirty="0" err="1" smtClean="0"/>
              <a:t>flutter</a:t>
            </a:r>
            <a:r>
              <a:rPr lang="pt-BR" sz="2400" dirty="0" smtClean="0"/>
              <a:t> </a:t>
            </a:r>
            <a:r>
              <a:rPr lang="pt-BR" sz="2400" dirty="0" err="1" smtClean="0"/>
              <a:t>doctor</a:t>
            </a:r>
            <a:endParaRPr lang="pt-BR" sz="2400" dirty="0" smtClean="0"/>
          </a:p>
          <a:p>
            <a:r>
              <a:rPr lang="pt-BR" sz="2400" dirty="0" smtClean="0"/>
              <a:t>Vai aparecer um </a:t>
            </a:r>
            <a:r>
              <a:rPr lang="pt-BR" sz="2400" dirty="0" err="1" smtClean="0"/>
              <a:t>warning</a:t>
            </a:r>
            <a:r>
              <a:rPr lang="pt-BR" sz="2400" dirty="0" smtClean="0"/>
              <a:t>, no final dele irá ter um comando, execute ele no próprio </a:t>
            </a:r>
            <a:r>
              <a:rPr lang="pt-BR" sz="2400" dirty="0" err="1" smtClean="0"/>
              <a:t>cmd</a:t>
            </a:r>
            <a:r>
              <a:rPr lang="pt-BR" sz="2400" dirty="0" smtClean="0"/>
              <a:t>.</a:t>
            </a:r>
          </a:p>
          <a:p>
            <a:r>
              <a:rPr lang="pt-BR" sz="2400" dirty="0" smtClean="0"/>
              <a:t>Aceite os termos mostrados no CMD.</a:t>
            </a:r>
          </a:p>
          <a:p>
            <a:r>
              <a:rPr lang="pt-BR" sz="2400" dirty="0" smtClean="0"/>
              <a:t>Rode novamente o comando </a:t>
            </a:r>
            <a:r>
              <a:rPr lang="pt-BR" sz="2400" dirty="0" err="1" smtClean="0"/>
              <a:t>flutter</a:t>
            </a:r>
            <a:r>
              <a:rPr lang="pt-BR" sz="2400" dirty="0" smtClean="0"/>
              <a:t> </a:t>
            </a:r>
            <a:r>
              <a:rPr lang="pt-BR" sz="2400" dirty="0" err="1" smtClean="0"/>
              <a:t>doctor</a:t>
            </a:r>
            <a:endParaRPr lang="pt-BR" sz="2400" dirty="0" smtClean="0"/>
          </a:p>
          <a:p>
            <a:r>
              <a:rPr lang="pt-BR" sz="2400" dirty="0" smtClean="0"/>
              <a:t>Reinicie o PC.</a:t>
            </a:r>
          </a:p>
        </p:txBody>
      </p:sp>
    </p:spTree>
    <p:extLst>
      <p:ext uri="{BB962C8B-B14F-4D97-AF65-F5344CB8AC3E}">
        <p14:creationId xmlns:p14="http://schemas.microsoft.com/office/powerpoint/2010/main" val="204658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1820</TotalTime>
  <Words>553</Words>
  <Application>Microsoft Office PowerPoint</Application>
  <PresentationFormat>Apresentação na tela (4:3)</PresentationFormat>
  <Paragraphs>108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Tema do Office</vt:lpstr>
      <vt:lpstr>TECNOLOGIAS MÓVEIS E HÍBRIDAS</vt:lpstr>
      <vt:lpstr>Dicas</vt:lpstr>
      <vt:lpstr>Git</vt:lpstr>
      <vt:lpstr>Git – variável de ambiente</vt:lpstr>
      <vt:lpstr>Git – variável de ambiente</vt:lpstr>
      <vt:lpstr>Git – variável de ambiente</vt:lpstr>
      <vt:lpstr>VS Code</vt:lpstr>
      <vt:lpstr>VS Code – Extensões </vt:lpstr>
      <vt:lpstr>Chocolatey</vt:lpstr>
      <vt:lpstr>Chocolatey</vt:lpstr>
      <vt:lpstr>Chocolatey</vt:lpstr>
      <vt:lpstr>Chocolatey</vt:lpstr>
      <vt:lpstr>Java 11</vt:lpstr>
      <vt:lpstr>Android Studio</vt:lpstr>
      <vt:lpstr>Android Studio – Dart e Flutter </vt:lpstr>
      <vt:lpstr>Flutter</vt:lpstr>
      <vt:lpstr>Flutter</vt:lpstr>
      <vt:lpstr>Flutter</vt:lpstr>
      <vt:lpstr>Flutter</vt:lpstr>
      <vt:lpstr>Flutter</vt:lpstr>
      <vt:lpstr>Flutter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</cp:lastModifiedBy>
  <cp:revision>56</cp:revision>
  <dcterms:created xsi:type="dcterms:W3CDTF">2023-01-24T23:29:32Z</dcterms:created>
  <dcterms:modified xsi:type="dcterms:W3CDTF">2024-08-13T21:08:39Z</dcterms:modified>
</cp:coreProperties>
</file>